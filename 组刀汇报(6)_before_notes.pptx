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Override1.xml" ContentType="application/vnd.openxmlformats-officedocument.themeOverride+xml"/>
  <Override PartName="/ppt/tags/tag2.xml" ContentType="application/vnd.openxmlformats-officedocument.presentationml.tags+xml"/>
  <Override PartName="/ppt/tags/tag3.xml" ContentType="application/vnd.openxmlformats-officedocument.presentationml.tags+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Override2.xml" ContentType="application/vnd.openxmlformats-officedocument.themeOverride+xml"/>
  <Override PartName="/ppt/tags/tag4.xml" ContentType="application/vnd.openxmlformats-officedocument.presentationml.tags+xml"/>
  <Override PartName="/ppt/tags/tag5.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783" r:id="rId2"/>
  </p:sldMasterIdLst>
  <p:notesMasterIdLst>
    <p:notesMasterId r:id="rId32"/>
  </p:notesMasterIdLst>
  <p:handoutMasterIdLst>
    <p:handoutMasterId r:id="rId33"/>
  </p:handoutMasterIdLst>
  <p:sldIdLst>
    <p:sldId id="256" r:id="rId3"/>
    <p:sldId id="369" r:id="rId4"/>
    <p:sldId id="290" r:id="rId5"/>
    <p:sldId id="398" r:id="rId6"/>
    <p:sldId id="399" r:id="rId7"/>
    <p:sldId id="383" r:id="rId8"/>
    <p:sldId id="382" r:id="rId9"/>
    <p:sldId id="384" r:id="rId10"/>
    <p:sldId id="403" r:id="rId11"/>
    <p:sldId id="387" r:id="rId12"/>
    <p:sldId id="404" r:id="rId13"/>
    <p:sldId id="400" r:id="rId14"/>
    <p:sldId id="401" r:id="rId15"/>
    <p:sldId id="397" r:id="rId16"/>
    <p:sldId id="407" r:id="rId17"/>
    <p:sldId id="406" r:id="rId18"/>
    <p:sldId id="405" r:id="rId19"/>
    <p:sldId id="413" r:id="rId20"/>
    <p:sldId id="412" r:id="rId21"/>
    <p:sldId id="411" r:id="rId22"/>
    <p:sldId id="408" r:id="rId23"/>
    <p:sldId id="262" r:id="rId24"/>
    <p:sldId id="392" r:id="rId25"/>
    <p:sldId id="388" r:id="rId26"/>
    <p:sldId id="393" r:id="rId27"/>
    <p:sldId id="389" r:id="rId28"/>
    <p:sldId id="390" r:id="rId29"/>
    <p:sldId id="391" r:id="rId30"/>
    <p:sldId id="395" r:id="rId31"/>
  </p:sldIdLst>
  <p:sldSz cx="12192000" cy="6858000"/>
  <p:notesSz cx="6858000" cy="9144000"/>
  <p:custDataLst>
    <p:tags r:id="rId3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坐看棋语" initials="坐" lastIdx="0" clrIdx="0"/>
  <p:cmAuthor id="2" name="XIAN" initials="X"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3D8C"/>
    <a:srgbClr val="EAEFF7"/>
    <a:srgbClr val="0C3877"/>
    <a:srgbClr val="FFC000"/>
    <a:srgbClr val="9D212F"/>
    <a:srgbClr val="103E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596EA33-E9EB-45E1-8197-99E42B98D826}" styleName="表样式 1 17">
    <a:wholeTbl>
      <a:tcTxStyle>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w="12700" cmpd="sng">
              <a:solidFill>
                <a:schemeClr val="bg1"/>
              </a:solidFill>
              <a:prstDash val="solid"/>
            </a:ln>
          </a:insideV>
        </a:tcBdr>
        <a:fill>
          <a:solidFill>
            <a:schemeClr val="accent5">
              <a:lumMod val="40000"/>
              <a:lumOff val="60000"/>
              <a:alpha val="25000"/>
            </a:schemeClr>
          </a:solidFill>
        </a:fill>
      </a:tcStyle>
    </a:wholeTbl>
    <a:band1H>
      <a:tcStyle>
        <a:tcBdr/>
        <a:fill>
          <a:solidFill>
            <a:schemeClr val="accent5">
              <a:lumMod val="40000"/>
              <a:lumOff val="60000"/>
              <a:alpha val="50000"/>
            </a:schemeClr>
          </a:solidFill>
        </a:fill>
      </a:tcStyle>
    </a:band1H>
    <a:band1V>
      <a:tcStyle>
        <a:tcBdr/>
        <a:fill>
          <a:solidFill>
            <a:schemeClr val="accent5">
              <a:lumMod val="40000"/>
              <a:lumOff val="60000"/>
              <a:alpha val="50000"/>
            </a:schemeClr>
          </a:solidFill>
        </a:fill>
      </a:tcStyle>
    </a:band1V>
    <a:la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lastCol>
    <a:fir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firstCol>
    <a:la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a:noFill/>
            </a:ln>
          </a:insideV>
        </a:tcBdr>
        <a:fill>
          <a:solidFill>
            <a:schemeClr val="accent5"/>
          </a:solidFill>
        </a:fill>
      </a:tcStyle>
    </a:lastRow>
    <a:fir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w="12700" cmpd="sng">
              <a:solidFill>
                <a:schemeClr val="bg1"/>
              </a:solidFill>
              <a:prstDash val="solid"/>
            </a:ln>
          </a:insideV>
        </a:tcBdr>
        <a:fill>
          <a:solidFill>
            <a:schemeClr val="accent5"/>
          </a:solidFill>
        </a:fill>
      </a:tcStyle>
    </a:firstRow>
  </a:tblStyle>
  <a:tblStyle styleId="{B37564BF-A629-4A71-AEB7-2712E49239E5}" styleName="表样式 1 17">
    <a:wholeTbl>
      <a:tcTxStyle>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w="12700" cmpd="sng">
              <a:solidFill>
                <a:schemeClr val="bg1"/>
              </a:solidFill>
              <a:prstDash val="solid"/>
            </a:ln>
          </a:insideV>
        </a:tcBdr>
        <a:fill>
          <a:solidFill>
            <a:schemeClr val="accent5">
              <a:alpha val="25000"/>
              <a:lumMod val="40000"/>
              <a:lumOff val="60000"/>
            </a:schemeClr>
          </a:solidFill>
        </a:fill>
      </a:tcStyle>
    </a:wholeTbl>
    <a:band1H>
      <a:tcStyle>
        <a:tcBdr/>
        <a:fill>
          <a:solidFill>
            <a:schemeClr val="accent5">
              <a:alpha val="50000"/>
              <a:lumMod val="40000"/>
              <a:lumOff val="60000"/>
            </a:schemeClr>
          </a:solidFill>
        </a:fill>
      </a:tcStyle>
    </a:band1H>
    <a:band1V>
      <a:tcStyle>
        <a:tcBdr/>
        <a:fill>
          <a:solidFill>
            <a:schemeClr val="accent5">
              <a:alpha val="50000"/>
              <a:lumMod val="40000"/>
              <a:lumOff val="60000"/>
            </a:schemeClr>
          </a:solidFill>
        </a:fill>
      </a:tcStyle>
    </a:band1V>
    <a:la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lastCol>
    <a:fir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firstCol>
    <a:la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a:noFill/>
            </a:ln>
          </a:insideV>
        </a:tcBdr>
        <a:fill>
          <a:solidFill>
            <a:schemeClr val="accent5"/>
          </a:solidFill>
        </a:fill>
      </a:tcStyle>
    </a:lastRow>
    <a:fir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w="12700" cmpd="sng">
              <a:solidFill>
                <a:schemeClr val="bg1"/>
              </a:solidFill>
              <a:prstDash val="solid"/>
            </a:ln>
          </a:insideV>
        </a:tcBdr>
        <a:fill>
          <a:solidFill>
            <a:schemeClr val="accent5"/>
          </a:solidFill>
        </a:fill>
      </a:tcStyle>
    </a:firstRow>
  </a:tblStyle>
  <a:tblStyle styleId="{F0881D83-3F4A-4E9A-85C1-D59C51EA9431}" styleName="表样式 1 17">
    <a:wholeTbl>
      <a:tcTxStyle>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w="12700" cmpd="sng">
              <a:solidFill>
                <a:schemeClr val="bg1"/>
              </a:solidFill>
              <a:prstDash val="solid"/>
            </a:ln>
          </a:insideV>
        </a:tcBdr>
        <a:fill>
          <a:solidFill>
            <a:schemeClr val="accent5">
              <a:lumMod val="40000"/>
              <a:lumOff val="60000"/>
              <a:alpha val="25000"/>
            </a:schemeClr>
          </a:solidFill>
        </a:fill>
      </a:tcStyle>
    </a:wholeTbl>
    <a:band1H>
      <a:tcStyle>
        <a:tcBdr/>
        <a:fill>
          <a:solidFill>
            <a:schemeClr val="accent5">
              <a:lumMod val="40000"/>
              <a:lumOff val="60000"/>
              <a:alpha val="50000"/>
            </a:schemeClr>
          </a:solidFill>
        </a:fill>
      </a:tcStyle>
    </a:band1H>
    <a:band1V>
      <a:tcStyle>
        <a:tcBdr/>
        <a:fill>
          <a:solidFill>
            <a:schemeClr val="accent5">
              <a:lumMod val="40000"/>
              <a:lumOff val="60000"/>
              <a:alpha val="50000"/>
            </a:schemeClr>
          </a:solidFill>
        </a:fill>
      </a:tcStyle>
    </a:band1V>
    <a:la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lastCol>
    <a:firstCol>
      <a:tcTxStyle b="on">
        <a:fontRef idx="none">
          <a:schemeClr val="tx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w="12700" cmpd="sng">
              <a:solidFill>
                <a:schemeClr val="bg1"/>
              </a:solidFill>
              <a:prstDash val="solid"/>
            </a:ln>
          </a:insideH>
          <a:insideV>
            <a:ln>
              <a:noFill/>
            </a:ln>
          </a:insideV>
        </a:tcBdr>
        <a:fill>
          <a:solidFill>
            <a:schemeClr val="accent5">
              <a:lumMod val="40000"/>
              <a:lumOff val="60000"/>
            </a:schemeClr>
          </a:solidFill>
        </a:fill>
      </a:tcStyle>
    </a:firstCol>
    <a:la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a:noFill/>
            </a:ln>
          </a:insideV>
        </a:tcBdr>
        <a:fill>
          <a:solidFill>
            <a:schemeClr val="accent5"/>
          </a:solidFill>
        </a:fill>
      </a:tcStyle>
    </a:lastRow>
    <a:firstRow>
      <a:tcTxStyle b="on">
        <a:fontRef idx="none">
          <a:schemeClr val="bg1"/>
        </a:fontRef>
      </a:tcTxStyle>
      <a:tcStyle>
        <a:tcBdr>
          <a:left>
            <a:ln w="12700" cmpd="sng">
              <a:solidFill>
                <a:schemeClr val="bg1"/>
              </a:solidFill>
              <a:prstDash val="solid"/>
            </a:ln>
          </a:left>
          <a:right>
            <a:ln w="12700" cmpd="sng">
              <a:solidFill>
                <a:schemeClr val="bg1"/>
              </a:solidFill>
              <a:prstDash val="solid"/>
            </a:ln>
          </a:right>
          <a:top>
            <a:ln w="12700" cmpd="sng">
              <a:solidFill>
                <a:schemeClr val="bg1"/>
              </a:solidFill>
              <a:prstDash val="solid"/>
            </a:ln>
          </a:top>
          <a:bottom>
            <a:ln w="12700" cmpd="sng">
              <a:solidFill>
                <a:schemeClr val="bg1"/>
              </a:solidFill>
              <a:prstDash val="solid"/>
            </a:ln>
          </a:bottom>
          <a:insideH>
            <a:ln>
              <a:noFill/>
            </a:ln>
          </a:insideH>
          <a:insideV>
            <a:ln w="12700" cmpd="sng">
              <a:solidFill>
                <a:schemeClr val="bg1"/>
              </a:solidFill>
              <a:prstDash val="solid"/>
            </a:ln>
          </a:insideV>
        </a:tcBdr>
        <a:fill>
          <a:solidFill>
            <a:schemeClr val="accent5"/>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08" autoAdjust="0"/>
    <p:restoredTop sz="92670" autoAdjust="0"/>
  </p:normalViewPr>
  <p:slideViewPr>
    <p:cSldViewPr snapToGrid="0">
      <p:cViewPr>
        <p:scale>
          <a:sx n="100" d="100"/>
          <a:sy n="100" d="100"/>
        </p:scale>
        <p:origin x="894" y="-108"/>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6FA72D7-5693-424E-BA09-ECF6F92AFF89}" type="datetime2">
              <a:rPr lang="en-US" smtClean="0"/>
              <a:t>Tuesday, April 14, 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7EB6DD-23D8-8649-9CEE-6A0C18CFEB83}"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18EC94-FBB1-4FCB-86DD-61148A2C30B1}" type="datetime2">
              <a:rPr lang="en-US" smtClean="0"/>
              <a:t>Tuesday, April 14, 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A824B1A-950D-5547-B698-6391E72A4CFF}" type="slidenum">
              <a:rPr lang="en-US" smtClean="0"/>
              <a:t>‹#›</a:t>
            </a:fld>
            <a:endParaRPr lang="en-US"/>
          </a:p>
        </p:txBody>
      </p:sp>
    </p:spTree>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CN"/>
          </a:p>
        </p:txBody>
      </p:sp>
      <p:sp>
        <p:nvSpPr>
          <p:cNvPr id="5" name="灯片编号占位符 4"/>
          <p:cNvSpPr>
            <a:spLocks noGrp="1"/>
          </p:cNvSpPr>
          <p:nvPr>
            <p:ph type="sldNum" sz="quarter" idx="5"/>
          </p:nvPr>
        </p:nvSpPr>
        <p:spPr/>
        <p:txBody>
          <a:bodyPr/>
          <a:lstStyle/>
          <a:p>
            <a:fld id="{3A824B1A-950D-5547-B698-6391E72A4CFF}" type="slidenum">
              <a:rPr lang="en-CN" smtClean="0"/>
              <a:t>3</a:t>
            </a:fld>
            <a:endParaRPr lang="en-CN"/>
          </a:p>
        </p:txBody>
      </p:sp>
    </p:spTree>
    <p:extLst>
      <p:ext uri="{BB962C8B-B14F-4D97-AF65-F5344CB8AC3E}">
        <p14:creationId xmlns:p14="http://schemas.microsoft.com/office/powerpoint/2010/main" val="3706741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4</a:t>
            </a:fld>
            <a:endParaRPr lang="en-US"/>
          </a:p>
        </p:txBody>
      </p:sp>
    </p:spTree>
    <p:extLst>
      <p:ext uri="{BB962C8B-B14F-4D97-AF65-F5344CB8AC3E}">
        <p14:creationId xmlns:p14="http://schemas.microsoft.com/office/powerpoint/2010/main" val="24603354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实际数据里</a:t>
            </a:r>
            <a:r>
              <a:rPr lang="en-US" altLang="zh-CN" dirty="0"/>
              <a:t>A</a:t>
            </a:r>
            <a:r>
              <a:rPr lang="zh-CN" altLang="en-US" dirty="0"/>
              <a:t>型板有</a:t>
            </a:r>
            <a:r>
              <a:rPr lang="en-US" altLang="zh-CN" dirty="0"/>
              <a:t>1000</a:t>
            </a:r>
            <a:r>
              <a:rPr lang="zh-CN" altLang="en-US" dirty="0"/>
              <a:t>块，全部编码进去染色体太长、计算太慢。所以用</a:t>
            </a:r>
            <a:r>
              <a:rPr lang="en-US" altLang="zh-CN" dirty="0"/>
              <a:t>SCALE_FACTOR=3</a:t>
            </a:r>
            <a:r>
              <a:rPr lang="zh-CN" altLang="en-US" dirty="0"/>
              <a:t>压缩，</a:t>
            </a:r>
            <a:r>
              <a:rPr lang="en-US" altLang="zh-CN" dirty="0"/>
              <a:t>1000</a:t>
            </a:r>
            <a:r>
              <a:rPr lang="zh-CN" altLang="en-US" dirty="0"/>
              <a:t>块变成约</a:t>
            </a:r>
            <a:r>
              <a:rPr lang="en-US" altLang="zh-CN" dirty="0"/>
              <a:t>333</a:t>
            </a:r>
            <a:r>
              <a:rPr lang="zh-CN" altLang="en-US" dirty="0"/>
              <a:t>个</a:t>
            </a:r>
            <a:r>
              <a:rPr lang="en-US" altLang="zh-CN" dirty="0"/>
              <a:t>Item</a:t>
            </a:r>
            <a:r>
              <a:rPr lang="zh-CN" altLang="en-US" dirty="0"/>
              <a:t>对象，染色体长度大幅缩短，算法跑得快得多。</a:t>
            </a:r>
          </a:p>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6</a:t>
            </a:fld>
            <a:endParaRPr lang="en-US"/>
          </a:p>
        </p:txBody>
      </p:sp>
    </p:spTree>
    <p:extLst>
      <p:ext uri="{BB962C8B-B14F-4D97-AF65-F5344CB8AC3E}">
        <p14:creationId xmlns:p14="http://schemas.microsoft.com/office/powerpoint/2010/main" val="3052968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编码是遗传算法的第一步，决定了</a:t>
            </a:r>
            <a:r>
              <a:rPr lang="en-US" altLang="zh-CN" dirty="0"/>
              <a:t>'</a:t>
            </a:r>
            <a:r>
              <a:rPr lang="zh-CN" altLang="en-US" dirty="0"/>
              <a:t>一个解</a:t>
            </a:r>
            <a:r>
              <a:rPr lang="en-US" altLang="zh-CN" dirty="0"/>
              <a:t>'</a:t>
            </a:r>
            <a:r>
              <a:rPr lang="zh-CN" altLang="en-US" dirty="0"/>
              <a:t>长什么样。</a:t>
            </a:r>
          </a:p>
          <a:p>
            <a:r>
              <a:rPr lang="zh-CN" altLang="en-US" dirty="0"/>
              <a:t>我们的解很简单：就是一串数字，比如 </a:t>
            </a:r>
            <a:r>
              <a:rPr lang="en-US" altLang="zh-CN" dirty="0"/>
              <a:t>[3, 7, 0, 11, 5, 1, 9 …]</a:t>
            </a:r>
            <a:r>
              <a:rPr lang="zh-CN" altLang="en-US" dirty="0"/>
              <a:t>，每个数字代表一块小板的编号。这串数字的顺序，就是切割的优先级</a:t>
            </a:r>
            <a:r>
              <a:rPr lang="en-US" altLang="zh-CN" dirty="0"/>
              <a:t>——</a:t>
            </a:r>
            <a:r>
              <a:rPr lang="zh-CN" altLang="en-US" dirty="0"/>
              <a:t>排在第一位的先切，排在最后的最后切。</a:t>
            </a:r>
          </a:p>
          <a:p>
            <a:r>
              <a:rPr lang="zh-CN" altLang="en-US" dirty="0"/>
              <a:t>每个数字恰好出现一次，这叫全排列编码，保证每块板都被切到，不多也不少。</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两条不同的染色体，可能包含完全相同的编号，只是顺序不同</a:t>
            </a:r>
            <a:r>
              <a:rPr lang="en-US" altLang="zh-CN" dirty="0"/>
              <a:t>——</a:t>
            </a:r>
            <a:r>
              <a:rPr lang="zh-CN" altLang="en-US" dirty="0"/>
              <a:t>这就是两种不同的切割方案，浪费量可能差距很大。遗传算法要做的，就是在所有可能的排列里，找到浪费最少的那一条。</a:t>
            </a:r>
            <a:r>
              <a:rPr lang="en-US" altLang="zh-CN" dirty="0"/>
              <a:t>"</a:t>
            </a:r>
          </a:p>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7</a:t>
            </a:fld>
            <a:endParaRPr lang="en-US"/>
          </a:p>
        </p:txBody>
      </p:sp>
    </p:spTree>
    <p:extLst>
      <p:ext uri="{BB962C8B-B14F-4D97-AF65-F5344CB8AC3E}">
        <p14:creationId xmlns:p14="http://schemas.microsoft.com/office/powerpoint/2010/main" val="3029251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解码是遗传算法的核心桥梁</a:t>
            </a:r>
            <a:r>
              <a:rPr lang="en-US" altLang="zh-CN" dirty="0"/>
              <a:t>——</a:t>
            </a:r>
            <a:r>
              <a:rPr lang="zh-CN" altLang="en-US" dirty="0"/>
              <a:t>把一串毫无意义的数字，变成真实的切割操作。</a:t>
            </a:r>
          </a:p>
          <a:p>
            <a:r>
              <a:rPr lang="zh-CN" altLang="en-US" dirty="0"/>
              <a:t>解码器按照染色体的顺序逐个取出小板，尝试放入当前切割条。如果宽度够，就放进去；宽度放不下了，就结算当前条、开启新的一条。</a:t>
            </a:r>
          </a:p>
          <a:p>
            <a:r>
              <a:rPr lang="zh-CN" altLang="en-US" dirty="0"/>
              <a:t>每条的长度由这条里最长的板决定，因为切割机是齐头切</a:t>
            </a:r>
            <a:r>
              <a:rPr lang="en-US" altLang="zh-CN" dirty="0"/>
              <a:t>——</a:t>
            </a:r>
            <a:r>
              <a:rPr lang="zh-CN" altLang="en-US" dirty="0"/>
              <a:t>一刀横贯整个宽度，所有列同时切断。所以短板会被长板拖着，多出来的长度就是浪费。这是物理约束，无法避免。</a:t>
            </a:r>
          </a:p>
          <a:p>
            <a:r>
              <a:rPr lang="zh-CN" altLang="en-US" dirty="0"/>
              <a:t>本项目实现了三种解码模式。</a:t>
            </a:r>
            <a:r>
              <a:rPr lang="en-US" altLang="zh-CN" dirty="0"/>
              <a:t>Simple</a:t>
            </a:r>
            <a:r>
              <a:rPr lang="zh-CN" altLang="en-US" dirty="0"/>
              <a:t>最简单，按顺序塞，完全不考虑长度匹配。</a:t>
            </a:r>
            <a:r>
              <a:rPr lang="en-US" altLang="zh-CN" dirty="0" err="1"/>
              <a:t>Best_fit</a:t>
            </a:r>
            <a:r>
              <a:rPr lang="zh-CN" altLang="en-US" dirty="0"/>
              <a:t>更聪明，每来一块板扫描所有现有条，找浪费最小的放进去。</a:t>
            </a:r>
            <a:r>
              <a:rPr lang="en-US" altLang="zh-CN" dirty="0" err="1"/>
              <a:t>Stage_based</a:t>
            </a:r>
            <a:r>
              <a:rPr lang="zh-CN" altLang="en-US" dirty="0"/>
              <a:t>最复杂，一次处理一批板，先凑满宽度再算批次切多长，让库存里最紧张的那种板刚好切完。</a:t>
            </a:r>
          </a:p>
          <a:p>
            <a:r>
              <a:rPr lang="zh-CN" altLang="en-US" dirty="0"/>
              <a:t>目前配置用的是</a:t>
            </a:r>
            <a:r>
              <a:rPr lang="en-US" altLang="zh-CN" dirty="0" err="1"/>
              <a:t>stage_based</a:t>
            </a:r>
            <a:r>
              <a:rPr lang="zh-CN" altLang="en-US" dirty="0"/>
              <a:t>，单解质量最好，但代价是遗传算法的进化效果被削弱了一些</a:t>
            </a:r>
            <a:r>
              <a:rPr lang="en-US" altLang="zh-CN" dirty="0"/>
              <a:t>——</a:t>
            </a:r>
            <a:r>
              <a:rPr lang="zh-CN" altLang="en-US" dirty="0"/>
              <a:t>因为解码器自己做了很多贪心决策，不完全听染色体的。</a:t>
            </a:r>
            <a:r>
              <a:rPr lang="en-US" altLang="zh-CN" dirty="0"/>
              <a:t>"</a:t>
            </a:r>
          </a:p>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8</a:t>
            </a:fld>
            <a:endParaRPr lang="en-US"/>
          </a:p>
        </p:txBody>
      </p:sp>
    </p:spTree>
    <p:extLst>
      <p:ext uri="{BB962C8B-B14F-4D97-AF65-F5344CB8AC3E}">
        <p14:creationId xmlns:p14="http://schemas.microsoft.com/office/powerpoint/2010/main" val="14972011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10</a:t>
            </a:fld>
            <a:endParaRPr lang="en-US"/>
          </a:p>
        </p:txBody>
      </p:sp>
    </p:spTree>
    <p:extLst>
      <p:ext uri="{BB962C8B-B14F-4D97-AF65-F5344CB8AC3E}">
        <p14:creationId xmlns:p14="http://schemas.microsoft.com/office/powerpoint/2010/main" val="10892500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14</a:t>
            </a:fld>
            <a:endParaRPr lang="en-US"/>
          </a:p>
        </p:txBody>
      </p:sp>
    </p:spTree>
    <p:extLst>
      <p:ext uri="{BB962C8B-B14F-4D97-AF65-F5344CB8AC3E}">
        <p14:creationId xmlns:p14="http://schemas.microsoft.com/office/powerpoint/2010/main" val="1022438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适应度函数是遗传算法的核心</a:t>
            </a:r>
            <a:r>
              <a:rPr lang="en-US" altLang="zh-CN" dirty="0"/>
              <a:t>——</a:t>
            </a:r>
            <a:r>
              <a:rPr lang="zh-CN" altLang="en-US" dirty="0"/>
              <a:t>它告诉算法，哪个方案好、哪个方案差。</a:t>
            </a:r>
          </a:p>
          <a:p>
            <a:r>
              <a:rPr lang="zh-CN" altLang="en-US" dirty="0"/>
              <a:t>我们的适应度就两部分：总消耗长度加上违规惩罚。总长度越短说明钢板越省，这是我们真正想优化的目标。惩罚项是为了处理约束</a:t>
            </a:r>
            <a:r>
              <a:rPr lang="en-US" altLang="zh-CN" dirty="0"/>
              <a:t>——</a:t>
            </a:r>
            <a:r>
              <a:rPr lang="zh-CN" altLang="en-US" dirty="0"/>
              <a:t>当某个切割条的宽度小于</a:t>
            </a:r>
            <a:r>
              <a:rPr lang="en-US" altLang="zh-CN" dirty="0"/>
              <a:t>200mm</a:t>
            </a:r>
            <a:r>
              <a:rPr lang="zh-CN" altLang="en-US" dirty="0"/>
              <a:t>，就加</a:t>
            </a:r>
            <a:r>
              <a:rPr lang="en-US" altLang="zh-CN" dirty="0"/>
              <a:t>10</a:t>
            </a:r>
            <a:r>
              <a:rPr lang="zh-CN" altLang="en-US" dirty="0"/>
              <a:t>万的惩罚。</a:t>
            </a:r>
          </a:p>
          <a:p>
            <a:r>
              <a:rPr lang="zh-CN" altLang="en-US" dirty="0"/>
              <a:t>为什么是</a:t>
            </a:r>
            <a:r>
              <a:rPr lang="en-US" altLang="zh-CN" dirty="0"/>
              <a:t>10</a:t>
            </a:r>
            <a:r>
              <a:rPr lang="zh-CN" altLang="en-US" dirty="0"/>
              <a:t>万？因为正常方案的总长度通常在几千到几万毫米，</a:t>
            </a:r>
            <a:r>
              <a:rPr lang="en-US" altLang="zh-CN" dirty="0"/>
              <a:t>10</a:t>
            </a:r>
            <a:r>
              <a:rPr lang="zh-CN" altLang="en-US" dirty="0"/>
              <a:t>万远超这个范围。只要违规一次，这个方案的分数就会暴增到</a:t>
            </a:r>
            <a:r>
              <a:rPr lang="en-US" altLang="zh-CN" dirty="0"/>
              <a:t>10</a:t>
            </a:r>
            <a:r>
              <a:rPr lang="zh-CN" altLang="en-US" dirty="0"/>
              <a:t>万以上，排在所有正常方案的后面，必然被淘汰。这相当于用软惩罚实现了硬约束的效果。</a:t>
            </a:r>
          </a:p>
          <a:p>
            <a:r>
              <a:rPr lang="zh-CN" altLang="en-US" dirty="0"/>
              <a:t>每一代的个体都要算一遍适应度，然后按照这个分数进行选择、决定谁能留下来繁殖后代。</a:t>
            </a:r>
            <a:endParaRPr lang="en-US" altLang="zh-CN"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24</a:t>
            </a:fld>
            <a:endParaRPr lang="en-US"/>
          </a:p>
        </p:txBody>
      </p:sp>
    </p:spTree>
    <p:extLst>
      <p:ext uri="{BB962C8B-B14F-4D97-AF65-F5344CB8AC3E}">
        <p14:creationId xmlns:p14="http://schemas.microsoft.com/office/powerpoint/2010/main" val="15810041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i="0" dirty="0">
                <a:solidFill>
                  <a:srgbClr val="000000"/>
                </a:solidFill>
                <a:effectLst/>
                <a:latin typeface="Segoe WPC"/>
              </a:rPr>
              <a:t>项目采用“锦标赛选择”作为父代选择方法。每次从种群中随机抽取 </a:t>
            </a:r>
            <a:r>
              <a:rPr lang="en-US" altLang="zh-CN" b="0" i="0" dirty="0">
                <a:solidFill>
                  <a:srgbClr val="000000"/>
                </a:solidFill>
                <a:effectLst/>
                <a:latin typeface="Segoe WPC"/>
              </a:rPr>
              <a:t>3 </a:t>
            </a:r>
            <a:r>
              <a:rPr lang="zh-CN" altLang="en-US" b="0" i="0" dirty="0">
                <a:solidFill>
                  <a:srgbClr val="000000"/>
                </a:solidFill>
                <a:effectLst/>
                <a:latin typeface="Segoe WPC"/>
              </a:rPr>
              <a:t>个个体，比较其适应度，保留其中最优者进入繁殖环节，代码在 </a:t>
            </a:r>
            <a:r>
              <a:rPr lang="en-US" altLang="zh-CN" dirty="0">
                <a:effectLst/>
              </a:rPr>
              <a:t>core/genetic_operators.py (line 10)</a:t>
            </a:r>
            <a:r>
              <a:rPr lang="en-US" altLang="zh-CN" b="0" i="0" dirty="0">
                <a:solidFill>
                  <a:srgbClr val="000000"/>
                </a:solidFill>
                <a:effectLst/>
                <a:latin typeface="Segoe WPC"/>
              </a:rPr>
              <a:t> </a:t>
            </a:r>
            <a:r>
              <a:rPr lang="zh-CN" altLang="en-US" b="0" i="0" dirty="0">
                <a:solidFill>
                  <a:srgbClr val="000000"/>
                </a:solidFill>
                <a:effectLst/>
                <a:latin typeface="Segoe WPC"/>
              </a:rPr>
              <a:t>到 。这种方法实现简单、选择压力适中，既能保证优质个体更容易被选中，又能保留一定随机性，避免搜索过早陷入局部最优。与此同时，算法还采用“精英保留”策略，每一代先直接复制当前最优的 </a:t>
            </a:r>
            <a:r>
              <a:rPr lang="en-US" altLang="zh-CN" b="0" i="0" dirty="0">
                <a:solidFill>
                  <a:srgbClr val="000000"/>
                </a:solidFill>
                <a:effectLst/>
                <a:latin typeface="Segoe WPC"/>
              </a:rPr>
              <a:t>3 </a:t>
            </a:r>
            <a:r>
              <a:rPr lang="zh-CN" altLang="en-US" b="0" i="0" dirty="0">
                <a:solidFill>
                  <a:srgbClr val="000000"/>
                </a:solidFill>
                <a:effectLst/>
                <a:latin typeface="Segoe WPC"/>
              </a:rPr>
              <a:t>个个体到下一代，。这样可以防止优秀方案在交叉和变异中被破坏，提高算法稳定性。</a:t>
            </a:r>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26</a:t>
            </a:fld>
            <a:endParaRPr lang="en-US"/>
          </a:p>
        </p:txBody>
      </p:sp>
    </p:spTree>
    <p:extLst>
      <p:ext uri="{BB962C8B-B14F-4D97-AF65-F5344CB8AC3E}">
        <p14:creationId xmlns:p14="http://schemas.microsoft.com/office/powerpoint/2010/main" val="336886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交叉用的是</a:t>
            </a:r>
            <a:r>
              <a:rPr lang="en-US" altLang="zh-CN" dirty="0"/>
              <a:t>OX</a:t>
            </a:r>
            <a:r>
              <a:rPr lang="zh-CN" altLang="en-US" dirty="0"/>
              <a:t>顺序交叉，这是专门为排列编码设计的。普通的两点交叉会产生重复基因，排列就不合法了。</a:t>
            </a:r>
            <a:r>
              <a:rPr lang="en-US" altLang="zh-CN" dirty="0"/>
              <a:t>OX</a:t>
            </a:r>
            <a:r>
              <a:rPr lang="zh-CN" altLang="en-US" dirty="0"/>
              <a:t>保证截取段保留的同时，剩余位置按另一个父母的顺序填入，每个编号恰好出现一次，排列始终合法。</a:t>
            </a:r>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27</a:t>
            </a:fld>
            <a:endParaRPr lang="en-US"/>
          </a:p>
        </p:txBody>
      </p:sp>
    </p:spTree>
    <p:extLst>
      <p:ext uri="{BB962C8B-B14F-4D97-AF65-F5344CB8AC3E}">
        <p14:creationId xmlns:p14="http://schemas.microsoft.com/office/powerpoint/2010/main" val="14253206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变异有三种，实际用</a:t>
            </a:r>
            <a:r>
              <a:rPr lang="en-US" altLang="zh-CN" dirty="0"/>
              <a:t>mixed</a:t>
            </a:r>
            <a:r>
              <a:rPr lang="zh-CN" altLang="en-US" dirty="0"/>
              <a:t>模式随机选一种。</a:t>
            </a:r>
            <a:r>
              <a:rPr lang="en-US" altLang="zh-CN" dirty="0"/>
              <a:t>swap</a:t>
            </a:r>
            <a:r>
              <a:rPr lang="zh-CN" altLang="en-US" dirty="0"/>
              <a:t>最保守，只改两个位置；</a:t>
            </a:r>
            <a:r>
              <a:rPr lang="en-US" altLang="zh-CN" dirty="0"/>
              <a:t>insert</a:t>
            </a:r>
            <a:r>
              <a:rPr lang="zh-CN" altLang="en-US" dirty="0"/>
              <a:t>改变局部顺序；</a:t>
            </a:r>
            <a:r>
              <a:rPr lang="en-US" altLang="zh-CN" dirty="0"/>
              <a:t>inversion</a:t>
            </a:r>
            <a:r>
              <a:rPr lang="zh-CN" altLang="en-US" dirty="0"/>
              <a:t>反转一段，是三种里改动最大的，在算法停滞的时候最有效。变异率</a:t>
            </a:r>
            <a:r>
              <a:rPr lang="en-US" altLang="zh-CN" dirty="0"/>
              <a:t>22%</a:t>
            </a:r>
            <a:r>
              <a:rPr lang="zh-CN" altLang="en-US" dirty="0"/>
              <a:t>，不能太高，太高就变成随机搜索了；也不能太低，太低容易卡死在局部最优。</a:t>
            </a:r>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28</a:t>
            </a:fld>
            <a:endParaRPr lang="en-US"/>
          </a:p>
        </p:txBody>
      </p:sp>
    </p:spTree>
    <p:extLst>
      <p:ext uri="{BB962C8B-B14F-4D97-AF65-F5344CB8AC3E}">
        <p14:creationId xmlns:p14="http://schemas.microsoft.com/office/powerpoint/2010/main" val="26716856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t>
            </a:r>
            <a:r>
              <a:rPr lang="zh-CN" altLang="en-US" dirty="0"/>
              <a:t>标准遗传算法跑完设定的代数就结束，我们在这基础上加了两个机制让它更智能。</a:t>
            </a:r>
          </a:p>
          <a:p>
            <a:r>
              <a:rPr lang="zh-CN" altLang="en-US" dirty="0"/>
              <a:t>局部搜索是针对最优个体的轻量精修。每跑</a:t>
            </a:r>
            <a:r>
              <a:rPr lang="en-US" altLang="zh-CN" dirty="0"/>
              <a:t>30</a:t>
            </a:r>
            <a:r>
              <a:rPr lang="zh-CN" altLang="en-US" dirty="0"/>
              <a:t>代，我们把当前最优的那条染色体拿出来，做</a:t>
            </a:r>
            <a:r>
              <a:rPr lang="en-US" altLang="zh-CN" dirty="0"/>
              <a:t>12</a:t>
            </a:r>
            <a:r>
              <a:rPr lang="zh-CN" altLang="en-US" dirty="0"/>
              <a:t>次随机的小调整</a:t>
            </a:r>
            <a:r>
              <a:rPr lang="en-US" altLang="zh-CN" dirty="0"/>
              <a:t>——</a:t>
            </a:r>
            <a:r>
              <a:rPr lang="zh-CN" altLang="en-US" dirty="0"/>
              <a:t>要么交换两个位置，要么把一段移到别处</a:t>
            </a:r>
            <a:r>
              <a:rPr lang="en-US" altLang="zh-CN" dirty="0"/>
              <a:t>——</a:t>
            </a:r>
            <a:r>
              <a:rPr lang="zh-CN" altLang="en-US" dirty="0"/>
              <a:t>只要比原来好就接受。这相当于让最优解做一次体检和微调。开销很小，因为只动一个个体。</a:t>
            </a:r>
          </a:p>
          <a:p>
            <a:r>
              <a:rPr lang="zh-CN" altLang="en-US" dirty="0"/>
              <a:t>早停机制更简单：记一个计数器，每一代没有改进就加一，有改进就归零，到了</a:t>
            </a:r>
            <a:r>
              <a:rPr lang="en-US" altLang="zh-CN" dirty="0"/>
              <a:t>35</a:t>
            </a:r>
            <a:r>
              <a:rPr lang="zh-CN" altLang="en-US" dirty="0"/>
              <a:t>就停。后期种群已经收敛，继续跑也不会有什么新发现，不如早点停下来省时间。</a:t>
            </a:r>
          </a:p>
          <a:p>
            <a:r>
              <a:rPr lang="zh-CN" altLang="en-US" dirty="0"/>
              <a:t>两者配合，算法既能持续挖掘优化空间，又能在无收益时果断停止。</a:t>
            </a:r>
            <a:r>
              <a:rPr lang="en-US" altLang="zh-CN" dirty="0"/>
              <a:t>"</a:t>
            </a:r>
          </a:p>
          <a:p>
            <a:endParaRPr lang="zh-CN" altLang="en-US" dirty="0"/>
          </a:p>
        </p:txBody>
      </p:sp>
      <p:sp>
        <p:nvSpPr>
          <p:cNvPr id="4" name="日期占位符 3"/>
          <p:cNvSpPr>
            <a:spLocks noGrp="1"/>
          </p:cNvSpPr>
          <p:nvPr>
            <p:ph type="dt" idx="1"/>
          </p:nvPr>
        </p:nvSpPr>
        <p:spPr/>
        <p:txBody>
          <a:bodyPr/>
          <a:lstStyle/>
          <a:p>
            <a:fld id="{9318EC94-FBB1-4FCB-86DD-61148A2C30B1}" type="datetime2">
              <a:rPr lang="en-US" smtClean="0"/>
              <a:t>Tuesday, April 14, 2026</a:t>
            </a:fld>
            <a:endParaRPr lang="en-US"/>
          </a:p>
        </p:txBody>
      </p:sp>
      <p:sp>
        <p:nvSpPr>
          <p:cNvPr id="5" name="灯片编号占位符 4"/>
          <p:cNvSpPr>
            <a:spLocks noGrp="1"/>
          </p:cNvSpPr>
          <p:nvPr>
            <p:ph type="sldNum" sz="quarter" idx="5"/>
          </p:nvPr>
        </p:nvSpPr>
        <p:spPr/>
        <p:txBody>
          <a:bodyPr/>
          <a:lstStyle/>
          <a:p>
            <a:fld id="{3A824B1A-950D-5547-B698-6391E72A4CFF}" type="slidenum">
              <a:rPr lang="en-US" smtClean="0"/>
              <a:t>29</a:t>
            </a:fld>
            <a:endParaRPr lang="en-US"/>
          </a:p>
        </p:txBody>
      </p:sp>
    </p:spTree>
    <p:extLst>
      <p:ext uri="{BB962C8B-B14F-4D97-AF65-F5344CB8AC3E}">
        <p14:creationId xmlns:p14="http://schemas.microsoft.com/office/powerpoint/2010/main" val="11261306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4.svg"/><Relationship Id="rId4" Type="http://schemas.openxmlformats.org/officeDocument/2006/relationships/image" Target="../media/image3.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sv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tags" Target="../tags/tag4.xml"/><Relationship Id="rId5" Type="http://schemas.openxmlformats.org/officeDocument/2006/relationships/image" Target="../media/image10.svg"/><Relationship Id="rId4" Type="http://schemas.openxmlformats.org/officeDocument/2006/relationships/image" Target="../media/image9.sv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slideMaster" Target="../slideMasters/slideMaster2.xml"/><Relationship Id="rId1" Type="http://schemas.openxmlformats.org/officeDocument/2006/relationships/tags" Target="../tags/tag5.xml"/><Relationship Id="rId5" Type="http://schemas.openxmlformats.org/officeDocument/2006/relationships/image" Target="../media/image10.svg"/><Relationship Id="rId4" Type="http://schemas.openxmlformats.org/officeDocument/2006/relationships/image" Target="../media/image9.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9" name="Text Placeholder 28"/>
          <p:cNvSpPr>
            <a:spLocks noGrp="1"/>
          </p:cNvSpPr>
          <p:nvPr>
            <p:ph type="body" sz="quarter" idx="10" hasCustomPrompt="1"/>
          </p:nvPr>
        </p:nvSpPr>
        <p:spPr>
          <a:xfrm>
            <a:off x="838200" y="996282"/>
            <a:ext cx="4677229"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anchor="ctr">
            <a:normAutofit/>
          </a:bodyPr>
          <a:lstStyle>
            <a:lvl1pPr marL="0" indent="0">
              <a:buNone/>
              <a:defRPr sz="2400" baseline="0">
                <a:latin typeface="Arial" panose="020B0604020202020204" pitchFamily="34" charset="0"/>
                <a:ea typeface="楷体" panose="02010609060101010101" pitchFamily="49" charset="-122"/>
              </a:defRPr>
            </a:lvl1pPr>
          </a:lstStyle>
          <a:p>
            <a:pPr lvl="0"/>
            <a:r>
              <a:rPr lang="en-US" dirty="0"/>
              <a:t>请输入本页主题</a:t>
            </a:r>
          </a:p>
        </p:txBody>
      </p:sp>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8640" y="887922"/>
            <a:ext cx="588692" cy="588692"/>
          </a:xfrm>
          <a:prstGeom prst="rect">
            <a:avLst/>
          </a:prstGeom>
        </p:spPr>
      </p:pic>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_title_two_col">
    <p:bg>
      <p:bgRef idx="1001">
        <a:schemeClr val="bg1"/>
      </p:bgRef>
    </p:bg>
    <p:spTree>
      <p:nvGrpSpPr>
        <p:cNvPr id="1" name=""/>
        <p:cNvGrpSpPr/>
        <p:nvPr/>
      </p:nvGrpSpPr>
      <p:grpSpPr>
        <a:xfrm>
          <a:off x="0" y="0"/>
          <a:ext cx="0" cy="0"/>
          <a:chOff x="0" y="0"/>
          <a:chExt cx="0" cy="0"/>
        </a:xfrm>
      </p:grpSpPr>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4126" y="858894"/>
            <a:ext cx="588692" cy="588692"/>
          </a:xfrm>
          <a:prstGeom prst="rect">
            <a:avLst/>
          </a:prstGeom>
        </p:spPr>
      </p:pic>
      <p:sp>
        <p:nvSpPr>
          <p:cNvPr id="3" name="Content Placeholder 2"/>
          <p:cNvSpPr>
            <a:spLocks noGrp="1"/>
          </p:cNvSpPr>
          <p:nvPr>
            <p:ph sz="quarter" idx="11"/>
          </p:nvPr>
        </p:nvSpPr>
        <p:spPr>
          <a:xfrm>
            <a:off x="100584" y="1496749"/>
            <a:ext cx="5852541" cy="4996125"/>
          </a:xfrm>
          <a:prstGeom prst="rect">
            <a:avLst/>
          </a:prstGeom>
        </p:spPr>
        <p:txBody>
          <a:bodyPr/>
          <a:lstStyle>
            <a:lvl1pPr>
              <a:defRPr baseline="0">
                <a:latin typeface="Calibri" panose="020F0502020204030204" pitchFamily="34" charset="0"/>
                <a:ea typeface="楷体" panose="02010609060101010101" pitchFamily="49" charset="-122"/>
                <a:cs typeface="Calibri" panose="020F0502020204030204" pitchFamily="34" charset="0"/>
              </a:defRPr>
            </a:lvl1pPr>
            <a:lvl2pPr>
              <a:defRPr baseline="0">
                <a:latin typeface="Calibri" panose="020F0502020204030204" pitchFamily="34" charset="0"/>
                <a:ea typeface="楷体" panose="02010609060101010101" pitchFamily="49" charset="-122"/>
                <a:cs typeface="Calibri" panose="020F0502020204030204" pitchFamily="34" charset="0"/>
              </a:defRPr>
            </a:lvl2pPr>
            <a:lvl3pPr>
              <a:defRPr baseline="0">
                <a:latin typeface="Calibri" panose="020F0502020204030204" pitchFamily="34" charset="0"/>
                <a:ea typeface="楷体" panose="02010609060101010101" pitchFamily="49" charset="-122"/>
                <a:cs typeface="Calibri" panose="020F0502020204030204" pitchFamily="34" charset="0"/>
              </a:defRPr>
            </a:lvl3pPr>
            <a:lvl4pPr>
              <a:defRPr baseline="0">
                <a:latin typeface="Calibri" panose="020F0502020204030204" pitchFamily="34" charset="0"/>
                <a:ea typeface="楷体" panose="02010609060101010101" pitchFamily="49" charset="-122"/>
                <a:cs typeface="Calibri" panose="020F0502020204030204" pitchFamily="34" charset="0"/>
              </a:defRPr>
            </a:lvl4pPr>
            <a:lvl5pPr>
              <a:defRPr baseline="0">
                <a:latin typeface="Calibri" panose="020F0502020204030204" pitchFamily="34" charset="0"/>
                <a:ea typeface="楷体" panose="02010609060101010101" pitchFamily="49" charset="-122"/>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quarter" idx="12"/>
          </p:nvPr>
        </p:nvSpPr>
        <p:spPr>
          <a:xfrm>
            <a:off x="6162675" y="1498073"/>
            <a:ext cx="5928741" cy="4994801"/>
          </a:xfrm>
          <a:prstGeom prst="rect">
            <a:avLst/>
          </a:prstGeo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1"/>
          <p:cNvSpPr>
            <a:spLocks noGrp="1"/>
          </p:cNvSpPr>
          <p:nvPr>
            <p:ph type="dt" sz="half" idx="13"/>
          </p:nvPr>
        </p:nvSpPr>
        <p:spPr/>
        <p:txBody>
          <a:bodyPr/>
          <a:lstStyle/>
          <a:p>
            <a:fld id="{CB34F67D-D907-4554-A25E-CD6F1AB99E36}" type="datetime1">
              <a:rPr lang="en-US" smtClean="0"/>
              <a:t>4/14/2026</a:t>
            </a:fld>
            <a:endParaRPr lang="en-US" dirty="0"/>
          </a:p>
        </p:txBody>
      </p:sp>
      <p:sp>
        <p:nvSpPr>
          <p:cNvPr id="13" name="Footer Placeholder 12"/>
          <p:cNvSpPr>
            <a:spLocks noGrp="1"/>
          </p:cNvSpPr>
          <p:nvPr>
            <p:ph type="ftr" sz="quarter" idx="14"/>
          </p:nvPr>
        </p:nvSpPr>
        <p:spPr/>
        <p:txBody>
          <a:bodyPr/>
          <a:lstStyle/>
          <a:p>
            <a:endParaRPr lang="en-US" dirty="0"/>
          </a:p>
        </p:txBody>
      </p:sp>
      <p:sp>
        <p:nvSpPr>
          <p:cNvPr id="14" name="Slide Number Placeholder 13"/>
          <p:cNvSpPr>
            <a:spLocks noGrp="1"/>
          </p:cNvSpPr>
          <p:nvPr>
            <p:ph type="sldNum" sz="quarter" idx="15"/>
          </p:nvPr>
        </p:nvSpPr>
        <p:spPr/>
        <p:txBody>
          <a:bodyPr/>
          <a:lstStyle/>
          <a:p>
            <a:fld id="{8D48AAE3-8C0E-48A8-B421-1F15F8D19339}" type="slidenum">
              <a:rPr lang="en-US" smtClean="0"/>
              <a:t>‹#›</a:t>
            </a:fld>
            <a:endParaRPr lang="en-US" dirty="0"/>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
        <p:nvSpPr>
          <p:cNvPr id="5" name="Text Placeholder 28"/>
          <p:cNvSpPr>
            <a:spLocks noGrp="1"/>
          </p:cNvSpPr>
          <p:nvPr>
            <p:ph type="body" sz="quarter" idx="10" hasCustomPrompt="1"/>
          </p:nvPr>
        </p:nvSpPr>
        <p:spPr>
          <a:xfrm>
            <a:off x="838200" y="942102"/>
            <a:ext cx="4836886"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400" dirty="0">
                <a:latin typeface="Arial" panose="020B0604020202020204" pitchFamily="34" charset="0"/>
                <a:ea typeface="楷体" panose="02010609060101010101" pitchFamily="49" charset="-122"/>
              </a:defRPr>
            </a:lvl1pPr>
          </a:lstStyle>
          <a:p>
            <a:pPr marL="0" lvl="0" indent="0">
              <a:buNone/>
            </a:pPr>
            <a:r>
              <a:rPr lang="en-US" dirty="0"/>
              <a:t>请输入本页主题</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_title_one_col">
    <p:spTree>
      <p:nvGrpSpPr>
        <p:cNvPr id="1" name=""/>
        <p:cNvGrpSpPr/>
        <p:nvPr/>
      </p:nvGrpSpPr>
      <p:grpSpPr>
        <a:xfrm>
          <a:off x="0" y="0"/>
          <a:ext cx="0" cy="0"/>
          <a:chOff x="0" y="0"/>
          <a:chExt cx="0" cy="0"/>
        </a:xfrm>
      </p:grpSpPr>
      <p:sp>
        <p:nvSpPr>
          <p:cNvPr id="23"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
        <p:nvSpPr>
          <p:cNvPr id="29" name="Text Placeholder 28"/>
          <p:cNvSpPr>
            <a:spLocks noGrp="1"/>
          </p:cNvSpPr>
          <p:nvPr>
            <p:ph type="body" sz="quarter" idx="10" hasCustomPrompt="1"/>
          </p:nvPr>
        </p:nvSpPr>
        <p:spPr>
          <a:xfrm>
            <a:off x="838200" y="942102"/>
            <a:ext cx="4401457"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400" dirty="0">
                <a:latin typeface="Arial" panose="020B0604020202020204" pitchFamily="34" charset="0"/>
                <a:ea typeface="楷体" panose="02010609060101010101" pitchFamily="49" charset="-122"/>
              </a:defRPr>
            </a:lvl1pPr>
          </a:lstStyle>
          <a:p>
            <a:pPr marL="0" lvl="0" indent="0">
              <a:buNone/>
            </a:pPr>
            <a:r>
              <a:rPr lang="en-US" dirty="0"/>
              <a:t>请输入本页主题</a:t>
            </a:r>
          </a:p>
        </p:txBody>
      </p:sp>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584" y="858894"/>
            <a:ext cx="588692" cy="588692"/>
          </a:xfrm>
          <a:prstGeom prst="rect">
            <a:avLst/>
          </a:prstGeom>
        </p:spPr>
      </p:pic>
      <p:sp>
        <p:nvSpPr>
          <p:cNvPr id="3" name="Content Placeholder 2"/>
          <p:cNvSpPr>
            <a:spLocks noGrp="1"/>
          </p:cNvSpPr>
          <p:nvPr>
            <p:ph sz="quarter" idx="11"/>
          </p:nvPr>
        </p:nvSpPr>
        <p:spPr>
          <a:xfrm>
            <a:off x="100584" y="1468174"/>
            <a:ext cx="11977116" cy="5024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2"/>
          </p:nvPr>
        </p:nvSpPr>
        <p:spPr/>
        <p:txBody>
          <a:bodyPr/>
          <a:lstStyle/>
          <a:p>
            <a:fld id="{935DB856-FA61-438D-B8FF-833442EB196E}" type="datetime1">
              <a:rPr lang="en-US" smtClean="0"/>
              <a:t>4/14/2026</a:t>
            </a:fld>
            <a:endParaRPr lang="en-US"/>
          </a:p>
        </p:txBody>
      </p:sp>
      <p:sp>
        <p:nvSpPr>
          <p:cNvPr id="5" name="Footer Placeholder 4"/>
          <p:cNvSpPr>
            <a:spLocks noGrp="1"/>
          </p:cNvSpPr>
          <p:nvPr>
            <p:ph type="ftr" sz="quarter" idx="13"/>
          </p:nvPr>
        </p:nvSpPr>
        <p:spPr/>
        <p:txBody>
          <a:bodyPr/>
          <a:lstStyle/>
          <a:p>
            <a:endParaRPr lang="en-US" dirty="0"/>
          </a:p>
        </p:txBody>
      </p:sp>
      <p:sp>
        <p:nvSpPr>
          <p:cNvPr id="7" name="Slide Number Placeholder 6"/>
          <p:cNvSpPr>
            <a:spLocks noGrp="1"/>
          </p:cNvSpPr>
          <p:nvPr>
            <p:ph type="sldNum" sz="quarter" idx="14"/>
          </p:nvPr>
        </p:nvSpPr>
        <p:spPr/>
        <p:txBody>
          <a:bodyPr/>
          <a:lstStyle/>
          <a:p>
            <a:fld id="{8D48AAE3-8C0E-48A8-B421-1F15F8D1933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_one Column">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66675" y="952501"/>
            <a:ext cx="12058650" cy="5540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1"/>
          </p:nvPr>
        </p:nvSpPr>
        <p:spPr/>
        <p:txBody>
          <a:bodyPr/>
          <a:lstStyle/>
          <a:p>
            <a:fld id="{34F84336-3BFA-41E0-B246-517C3363D592}" type="datetime1">
              <a:rPr lang="en-US" smtClean="0"/>
              <a:t>4/14/2026</a:t>
            </a:fld>
            <a:endParaRPr lang="en-US" dirty="0"/>
          </a:p>
        </p:txBody>
      </p:sp>
      <p:sp>
        <p:nvSpPr>
          <p:cNvPr id="5" name="Footer Placeholder 4"/>
          <p:cNvSpPr>
            <a:spLocks noGrp="1"/>
          </p:cNvSpPr>
          <p:nvPr>
            <p:ph type="ftr" sz="quarter" idx="12"/>
          </p:nvPr>
        </p:nvSpPr>
        <p:spPr/>
        <p:txBody>
          <a:bodyPr/>
          <a:lstStyle/>
          <a:p>
            <a:endParaRPr lang="en-US" dirty="0"/>
          </a:p>
        </p:txBody>
      </p:sp>
      <p:sp>
        <p:nvSpPr>
          <p:cNvPr id="6" name="Slide Number Placeholder 5"/>
          <p:cNvSpPr>
            <a:spLocks noGrp="1"/>
          </p:cNvSpPr>
          <p:nvPr>
            <p:ph type="sldNum" sz="quarter" idx="13"/>
          </p:nvPr>
        </p:nvSpPr>
        <p:spPr/>
        <p:txBody>
          <a:bodyPr/>
          <a:lstStyle/>
          <a:p>
            <a:fld id="{8D48AAE3-8C0E-48A8-B421-1F15F8D19339}" type="slidenum">
              <a:rPr lang="en-US" smtClean="0"/>
              <a:t>‹#›</a:t>
            </a:fld>
            <a:endParaRPr lang="en-US" dirty="0"/>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_Two_Column">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66675" y="952501"/>
            <a:ext cx="5943600" cy="5540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1"/>
          </p:nvPr>
        </p:nvSpPr>
        <p:spPr/>
        <p:txBody>
          <a:bodyPr/>
          <a:lstStyle/>
          <a:p>
            <a:fld id="{C505024C-FC83-4A0B-92DC-245D35BA0A2F}" type="datetime1">
              <a:rPr lang="en-US" smtClean="0"/>
              <a:t>4/14/2026</a:t>
            </a:fld>
            <a:endParaRPr lang="en-US" dirty="0"/>
          </a:p>
        </p:txBody>
      </p:sp>
      <p:sp>
        <p:nvSpPr>
          <p:cNvPr id="5" name="Footer Placeholder 4"/>
          <p:cNvSpPr>
            <a:spLocks noGrp="1"/>
          </p:cNvSpPr>
          <p:nvPr>
            <p:ph type="ftr" sz="quarter" idx="12"/>
          </p:nvPr>
        </p:nvSpPr>
        <p:spPr/>
        <p:txBody>
          <a:bodyPr/>
          <a:lstStyle/>
          <a:p>
            <a:endParaRPr lang="en-US" dirty="0"/>
          </a:p>
        </p:txBody>
      </p:sp>
      <p:sp>
        <p:nvSpPr>
          <p:cNvPr id="6" name="Slide Number Placeholder 5"/>
          <p:cNvSpPr>
            <a:spLocks noGrp="1"/>
          </p:cNvSpPr>
          <p:nvPr>
            <p:ph type="sldNum" sz="quarter" idx="13"/>
          </p:nvPr>
        </p:nvSpPr>
        <p:spPr/>
        <p:txBody>
          <a:bodyPr/>
          <a:lstStyle/>
          <a:p>
            <a:fld id="{8D48AAE3-8C0E-48A8-B421-1F15F8D19339}" type="slidenum">
              <a:rPr lang="en-US" smtClean="0"/>
              <a:t>‹#›</a:t>
            </a:fld>
            <a:endParaRPr lang="en-US" dirty="0"/>
          </a:p>
        </p:txBody>
      </p:sp>
      <p:sp>
        <p:nvSpPr>
          <p:cNvPr id="2" name="Content Placeholder 2"/>
          <p:cNvSpPr>
            <a:spLocks noGrp="1"/>
          </p:cNvSpPr>
          <p:nvPr>
            <p:ph sz="quarter" idx="14"/>
          </p:nvPr>
        </p:nvSpPr>
        <p:spPr>
          <a:xfrm>
            <a:off x="6181724" y="952501"/>
            <a:ext cx="5943600" cy="5540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封面_中文">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7822" y="2373426"/>
            <a:ext cx="9144000" cy="1164424"/>
          </a:xfrm>
          <a:prstGeom prst="rect">
            <a:avLst/>
          </a:prstGeom>
        </p:spPr>
        <p:txBody>
          <a:bodyPr anchor="b"/>
          <a:lstStyle>
            <a:lvl1pPr algn="ctr">
              <a:defRPr sz="6000" baseline="0">
                <a:latin typeface="Arial" panose="020B0604020202020204" pitchFamily="34" charset="0"/>
                <a:ea typeface="楷体" panose="02010609060101010101" pitchFamily="49" charset="-122"/>
              </a:defRPr>
            </a:lvl1pPr>
          </a:lstStyle>
          <a:p>
            <a:r>
              <a:rPr lang="zh-CN" altLang="en-US" dirty="0"/>
              <a:t>请输入你的</a:t>
            </a:r>
            <a:r>
              <a:rPr lang="en-US" dirty="0"/>
              <a:t>报告主题</a:t>
            </a:r>
          </a:p>
        </p:txBody>
      </p:sp>
      <p:sp>
        <p:nvSpPr>
          <p:cNvPr id="12" name="Freeform 16"/>
          <p:cNvSpPr/>
          <p:nvPr userDrawn="1"/>
        </p:nvSpPr>
        <p:spPr bwMode="auto">
          <a:xfrm>
            <a:off x="-20951" y="-1"/>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pPr lvl="0"/>
            <a:endParaRPr lang="zh-CN" altLang="en-US">
              <a:solidFill>
                <a:schemeClr val="accent5">
                  <a:lumMod val="75000"/>
                </a:schemeClr>
              </a:solidFill>
            </a:endParaRPr>
          </a:p>
        </p:txBody>
      </p:sp>
      <p:sp>
        <p:nvSpPr>
          <p:cNvPr id="13" name="Freeform 17"/>
          <p:cNvSpPr/>
          <p:nvPr userDrawn="1"/>
        </p:nvSpPr>
        <p:spPr bwMode="auto">
          <a:xfrm>
            <a:off x="-8594" y="-1"/>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pPr lvl="0"/>
            <a:endParaRPr lang="zh-CN" altLang="en-US">
              <a:solidFill>
                <a:srgbClr val="0C3877"/>
              </a:solidFill>
            </a:endParaRPr>
          </a:p>
        </p:txBody>
      </p:sp>
      <p:sp>
        <p:nvSpPr>
          <p:cNvPr id="16" name="Freeform 16"/>
          <p:cNvSpPr/>
          <p:nvPr userDrawn="1"/>
        </p:nvSpPr>
        <p:spPr bwMode="auto">
          <a:xfrm rot="10800000">
            <a:off x="9787728" y="1965469"/>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endParaRPr lang="zh-CN" altLang="en-US"/>
          </a:p>
        </p:txBody>
      </p:sp>
      <p:sp>
        <p:nvSpPr>
          <p:cNvPr id="17" name="Freeform 17"/>
          <p:cNvSpPr/>
          <p:nvPr userDrawn="1"/>
        </p:nvSpPr>
        <p:spPr bwMode="auto">
          <a:xfrm rot="10800000">
            <a:off x="9779134" y="4470400"/>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cxnSp>
        <p:nvCxnSpPr>
          <p:cNvPr id="20" name="直接连接符 22"/>
          <p:cNvCxnSpPr/>
          <p:nvPr userDrawn="1"/>
        </p:nvCxnSpPr>
        <p:spPr>
          <a:xfrm>
            <a:off x="2326408" y="3635329"/>
            <a:ext cx="7641772" cy="0"/>
          </a:xfrm>
          <a:prstGeom prst="line">
            <a:avLst/>
          </a:prstGeom>
          <a:ln w="19050">
            <a:solidFill>
              <a:srgbClr val="0C3877"/>
            </a:solidFill>
          </a:ln>
        </p:spPr>
        <p:style>
          <a:lnRef idx="1">
            <a:schemeClr val="dk1"/>
          </a:lnRef>
          <a:fillRef idx="0">
            <a:schemeClr val="dk1"/>
          </a:fillRef>
          <a:effectRef idx="0">
            <a:schemeClr val="dk1"/>
          </a:effectRef>
          <a:fontRef idx="minor">
            <a:schemeClr val="tx1"/>
          </a:fontRef>
        </p:style>
      </p:cxnSp>
      <p:sp>
        <p:nvSpPr>
          <p:cNvPr id="24" name="矩形: 圆角 15"/>
          <p:cNvSpPr/>
          <p:nvPr userDrawn="1"/>
        </p:nvSpPr>
        <p:spPr>
          <a:xfrm>
            <a:off x="4251838" y="3848404"/>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27" name="Graphic 26" descr="Use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86546" y="3848404"/>
            <a:ext cx="423645" cy="423645"/>
          </a:xfrm>
          <a:prstGeom prst="rect">
            <a:avLst/>
          </a:prstGeom>
        </p:spPr>
      </p:pic>
      <p:sp>
        <p:nvSpPr>
          <p:cNvPr id="28" name="TextBox 27"/>
          <p:cNvSpPr txBox="1"/>
          <p:nvPr userDrawn="1"/>
        </p:nvSpPr>
        <p:spPr>
          <a:xfrm>
            <a:off x="4800590" y="3875560"/>
            <a:ext cx="1097280" cy="368300"/>
          </a:xfrm>
          <a:prstGeom prst="rect">
            <a:avLst/>
          </a:prstGeom>
          <a:noFill/>
        </p:spPr>
        <p:txBody>
          <a:bodyPr wrap="none" rtlCol="0">
            <a:spAutoFit/>
          </a:bodyPr>
          <a:lstStyle/>
          <a:p>
            <a:r>
              <a:rPr lang="zh-CN" altLang="en-US">
                <a:latin typeface="楷体" panose="02010609060101010101" pitchFamily="49" charset="-122"/>
                <a:ea typeface="楷体" panose="02010609060101010101" pitchFamily="49" charset="-122"/>
              </a:rPr>
              <a:t>报告人：</a:t>
            </a:r>
            <a:endParaRPr lang="en-US">
              <a:latin typeface="楷体" panose="02010609060101010101" pitchFamily="49" charset="-122"/>
              <a:ea typeface="楷体" panose="02010609060101010101" pitchFamily="49" charset="-122"/>
            </a:endParaRPr>
          </a:p>
        </p:txBody>
      </p:sp>
      <p:sp>
        <p:nvSpPr>
          <p:cNvPr id="30" name="Text Placeholder 29"/>
          <p:cNvSpPr>
            <a:spLocks noGrp="1"/>
          </p:cNvSpPr>
          <p:nvPr>
            <p:ph type="body" sz="quarter" idx="10" hasCustomPrompt="1"/>
          </p:nvPr>
        </p:nvSpPr>
        <p:spPr>
          <a:xfrm>
            <a:off x="6126410" y="3904740"/>
            <a:ext cx="1107996" cy="340152"/>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en-US"/>
              <a:t>姓名</a:t>
            </a:r>
          </a:p>
        </p:txBody>
      </p:sp>
      <p:pic>
        <p:nvPicPr>
          <p:cNvPr id="7" name="Picture 6" descr="A picture containing scatter chart&#10;&#10;Description automatically generated"/>
          <p:cNvPicPr>
            <a:picLocks noChangeAspect="1"/>
          </p:cNvPicPr>
          <p:nvPr userDrawn="1"/>
        </p:nvPicPr>
        <p:blipFill rotWithShape="1">
          <a:blip r:embed="rId3"/>
          <a:srcRect r="73610"/>
          <a:stretch>
            <a:fillRect/>
          </a:stretch>
        </p:blipFill>
        <p:spPr>
          <a:xfrm>
            <a:off x="5028850" y="164818"/>
            <a:ext cx="1759472" cy="1690591"/>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_e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7822" y="1965468"/>
            <a:ext cx="9144000" cy="1195191"/>
          </a:xfrm>
          <a:prstGeom prst="rect">
            <a:avLst/>
          </a:prstGeom>
        </p:spPr>
        <p:txBody>
          <a:bodyPr anchor="b"/>
          <a:lstStyle>
            <a:lvl1pPr algn="ctr">
              <a:defRPr sz="6000" baseline="0">
                <a:latin typeface="Arial" panose="020B0604020202020204" pitchFamily="34" charset="0"/>
                <a:ea typeface="楷体" panose="02010609060101010101" pitchFamily="49" charset="-122"/>
              </a:defRPr>
            </a:lvl1pPr>
          </a:lstStyle>
          <a:p>
            <a:r>
              <a:rPr lang="en-US" dirty="0"/>
              <a:t>Your Presentation Title</a:t>
            </a:r>
          </a:p>
        </p:txBody>
      </p:sp>
      <p:sp>
        <p:nvSpPr>
          <p:cNvPr id="12" name="Freeform 16"/>
          <p:cNvSpPr/>
          <p:nvPr userDrawn="1"/>
        </p:nvSpPr>
        <p:spPr bwMode="auto">
          <a:xfrm>
            <a:off x="-20951" y="-1"/>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pPr lvl="0"/>
            <a:endParaRPr lang="zh-CN" altLang="en-US">
              <a:solidFill>
                <a:schemeClr val="accent5">
                  <a:lumMod val="75000"/>
                </a:schemeClr>
              </a:solidFill>
            </a:endParaRPr>
          </a:p>
        </p:txBody>
      </p:sp>
      <p:sp>
        <p:nvSpPr>
          <p:cNvPr id="13" name="Freeform 17"/>
          <p:cNvSpPr/>
          <p:nvPr userDrawn="1"/>
        </p:nvSpPr>
        <p:spPr bwMode="auto">
          <a:xfrm>
            <a:off x="-8594" y="-1"/>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pPr lvl="0"/>
            <a:endParaRPr lang="zh-CN" altLang="en-US">
              <a:solidFill>
                <a:srgbClr val="0C3877"/>
              </a:solidFill>
            </a:endParaRPr>
          </a:p>
        </p:txBody>
      </p:sp>
      <p:sp>
        <p:nvSpPr>
          <p:cNvPr id="16" name="Freeform 16"/>
          <p:cNvSpPr/>
          <p:nvPr userDrawn="1"/>
        </p:nvSpPr>
        <p:spPr bwMode="auto">
          <a:xfrm rot="10800000">
            <a:off x="9787728" y="1965469"/>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endParaRPr lang="zh-CN" altLang="en-US"/>
          </a:p>
        </p:txBody>
      </p:sp>
      <p:sp>
        <p:nvSpPr>
          <p:cNvPr id="17" name="Freeform 17"/>
          <p:cNvSpPr/>
          <p:nvPr userDrawn="1"/>
        </p:nvSpPr>
        <p:spPr bwMode="auto">
          <a:xfrm rot="10800000">
            <a:off x="9779134" y="4470400"/>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cxnSp>
        <p:nvCxnSpPr>
          <p:cNvPr id="20" name="直接连接符 22"/>
          <p:cNvCxnSpPr/>
          <p:nvPr userDrawn="1"/>
        </p:nvCxnSpPr>
        <p:spPr>
          <a:xfrm>
            <a:off x="2326408" y="3258139"/>
            <a:ext cx="7641772" cy="0"/>
          </a:xfrm>
          <a:prstGeom prst="line">
            <a:avLst/>
          </a:prstGeom>
          <a:ln w="19050">
            <a:solidFill>
              <a:srgbClr val="0C3877"/>
            </a:solidFill>
          </a:ln>
        </p:spPr>
        <p:style>
          <a:lnRef idx="1">
            <a:schemeClr val="dk1"/>
          </a:lnRef>
          <a:fillRef idx="0">
            <a:schemeClr val="dk1"/>
          </a:fillRef>
          <a:effectRef idx="0">
            <a:schemeClr val="dk1"/>
          </a:effectRef>
          <a:fontRef idx="minor">
            <a:schemeClr val="tx1"/>
          </a:fontRef>
        </p:style>
      </p:cxnSp>
      <p:sp>
        <p:nvSpPr>
          <p:cNvPr id="24" name="矩形: 圆角 15"/>
          <p:cNvSpPr/>
          <p:nvPr userDrawn="1"/>
        </p:nvSpPr>
        <p:spPr>
          <a:xfrm>
            <a:off x="4251838" y="3539794"/>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27" name="Graphic 26" descr="Use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86546" y="3539794"/>
            <a:ext cx="423645" cy="423645"/>
          </a:xfrm>
          <a:prstGeom prst="rect">
            <a:avLst/>
          </a:prstGeom>
        </p:spPr>
      </p:pic>
      <p:sp>
        <p:nvSpPr>
          <p:cNvPr id="28" name="TextBox 27"/>
          <p:cNvSpPr txBox="1"/>
          <p:nvPr userDrawn="1"/>
        </p:nvSpPr>
        <p:spPr>
          <a:xfrm>
            <a:off x="4800590" y="3566950"/>
            <a:ext cx="1274708" cy="369332"/>
          </a:xfrm>
          <a:prstGeom prst="rect">
            <a:avLst/>
          </a:prstGeom>
          <a:noFill/>
        </p:spPr>
        <p:txBody>
          <a:bodyPr wrap="none" rtlCol="0">
            <a:spAutoFit/>
          </a:bodyPr>
          <a:lstStyle/>
          <a:p>
            <a:r>
              <a:rPr lang="en-US" baseline="0" dirty="0">
                <a:latin typeface="Arial" panose="020B0604020202020204" pitchFamily="34" charset="0"/>
                <a:ea typeface="楷体" panose="02010609060101010101" pitchFamily="49" charset="-122"/>
              </a:rPr>
              <a:t>Speaker</a:t>
            </a:r>
            <a:r>
              <a:rPr lang="zh-CN" altLang="en-US" baseline="0" dirty="0">
                <a:latin typeface="Arial" panose="020B0604020202020204" pitchFamily="34" charset="0"/>
                <a:ea typeface="楷体" panose="02010609060101010101" pitchFamily="49" charset="-122"/>
              </a:rPr>
              <a:t>：</a:t>
            </a:r>
            <a:endParaRPr lang="en-US" baseline="0" dirty="0">
              <a:latin typeface="Arial" panose="020B0604020202020204" pitchFamily="34" charset="0"/>
              <a:ea typeface="楷体" panose="02010609060101010101" pitchFamily="49" charset="-122"/>
            </a:endParaRPr>
          </a:p>
        </p:txBody>
      </p:sp>
      <p:sp>
        <p:nvSpPr>
          <p:cNvPr id="30" name="Text Placeholder 29"/>
          <p:cNvSpPr>
            <a:spLocks noGrp="1"/>
          </p:cNvSpPr>
          <p:nvPr>
            <p:ph type="body" sz="quarter" idx="10" hasCustomPrompt="1"/>
          </p:nvPr>
        </p:nvSpPr>
        <p:spPr>
          <a:xfrm>
            <a:off x="5916596" y="3596130"/>
            <a:ext cx="1107996" cy="340152"/>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dirty="0"/>
              <a:t>Name</a:t>
            </a:r>
          </a:p>
        </p:txBody>
      </p:sp>
      <p:sp>
        <p:nvSpPr>
          <p:cNvPr id="3" name="矩形: 圆角 15"/>
          <p:cNvSpPr/>
          <p:nvPr userDrawn="1"/>
        </p:nvSpPr>
        <p:spPr>
          <a:xfrm>
            <a:off x="4298953" y="4219792"/>
            <a:ext cx="4749597"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5" name="TextBox 4"/>
          <p:cNvSpPr txBox="1"/>
          <p:nvPr userDrawn="1"/>
        </p:nvSpPr>
        <p:spPr>
          <a:xfrm>
            <a:off x="4836887" y="4227069"/>
            <a:ext cx="825867" cy="369332"/>
          </a:xfrm>
          <a:prstGeom prst="rect">
            <a:avLst/>
          </a:prstGeom>
          <a:noFill/>
        </p:spPr>
        <p:txBody>
          <a:bodyPr wrap="none" rtlCol="0">
            <a:spAutoFit/>
          </a:bodyPr>
          <a:lstStyle/>
          <a:p>
            <a:r>
              <a:rPr lang="en-US" altLang="zh-CN" baseline="0" dirty="0">
                <a:latin typeface="Arial" panose="020B0604020202020204" pitchFamily="34" charset="0"/>
                <a:ea typeface="楷体" panose="02010609060101010101" pitchFamily="49" charset="-122"/>
              </a:rPr>
              <a:t>Email:</a:t>
            </a:r>
            <a:endParaRPr lang="en-US" baseline="0" dirty="0">
              <a:latin typeface="Arial" panose="020B0604020202020204" pitchFamily="34" charset="0"/>
              <a:ea typeface="楷体" panose="02010609060101010101" pitchFamily="49" charset="-122"/>
            </a:endParaRPr>
          </a:p>
        </p:txBody>
      </p:sp>
      <p:sp>
        <p:nvSpPr>
          <p:cNvPr id="6" name="Text Placeholder 29"/>
          <p:cNvSpPr>
            <a:spLocks noGrp="1"/>
          </p:cNvSpPr>
          <p:nvPr>
            <p:ph type="body" sz="quarter" idx="11" hasCustomPrompt="1"/>
          </p:nvPr>
        </p:nvSpPr>
        <p:spPr>
          <a:xfrm>
            <a:off x="5628659" y="4257039"/>
            <a:ext cx="3118199" cy="338419"/>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altLang="zh-CN" dirty="0"/>
              <a:t>xxx.xxx@xxx.com</a:t>
            </a:r>
            <a:endParaRPr lang="en-US" dirty="0"/>
          </a:p>
        </p:txBody>
      </p:sp>
      <p:pic>
        <p:nvPicPr>
          <p:cNvPr id="7" name="Graphic 6" descr="Email with solid fill"/>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5669" y="4161625"/>
            <a:ext cx="441218" cy="441218"/>
          </a:xfrm>
          <a:prstGeom prst="rect">
            <a:avLst/>
          </a:prstGeom>
        </p:spPr>
      </p:pic>
      <p:pic>
        <p:nvPicPr>
          <p:cNvPr id="4" name="Picture 3" descr="A picture containing scatter chart&#10;&#10;Description automatically generated"/>
          <p:cNvPicPr>
            <a:picLocks noChangeAspect="1"/>
          </p:cNvPicPr>
          <p:nvPr userDrawn="1"/>
        </p:nvPicPr>
        <p:blipFill rotWithShape="1">
          <a:blip r:embed="rId4"/>
          <a:srcRect r="73610"/>
          <a:stretch>
            <a:fillRect/>
          </a:stretch>
        </p:blipFill>
        <p:spPr>
          <a:xfrm>
            <a:off x="5028850" y="164818"/>
            <a:ext cx="1759472" cy="169059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目录页">
    <p:spTree>
      <p:nvGrpSpPr>
        <p:cNvPr id="1" name=""/>
        <p:cNvGrpSpPr/>
        <p:nvPr/>
      </p:nvGrpSpPr>
      <p:grpSpPr>
        <a:xfrm>
          <a:off x="0" y="0"/>
          <a:ext cx="0" cy="0"/>
          <a:chOff x="0" y="0"/>
          <a:chExt cx="0" cy="0"/>
        </a:xfrm>
      </p:grpSpPr>
      <p:grpSp>
        <p:nvGrpSpPr>
          <p:cNvPr id="3" name="组合 27"/>
          <p:cNvGrpSpPr/>
          <p:nvPr userDrawn="1"/>
        </p:nvGrpSpPr>
        <p:grpSpPr>
          <a:xfrm>
            <a:off x="5344590" y="2143176"/>
            <a:ext cx="873209" cy="694144"/>
            <a:chOff x="3716019" y="1178213"/>
            <a:chExt cx="873209" cy="694144"/>
          </a:xfrm>
        </p:grpSpPr>
        <p:sp>
          <p:nvSpPr>
            <p:cNvPr id="24" name="椭圆 7"/>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5" name="文本框 8"/>
            <p:cNvSpPr txBox="1"/>
            <p:nvPr userDrawn="1"/>
          </p:nvSpPr>
          <p:spPr>
            <a:xfrm>
              <a:off x="3716019" y="1178213"/>
              <a:ext cx="873209"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spc="-150" dirty="0">
                  <a:solidFill>
                    <a:srgbClr val="0C3877"/>
                  </a:solidFill>
                </a:rPr>
                <a:t>01</a:t>
              </a:r>
              <a:endParaRPr lang="zh-CN" altLang="en-US" sz="2800" spc="-150" dirty="0">
                <a:solidFill>
                  <a:srgbClr val="0C3877"/>
                </a:solidFill>
              </a:endParaRPr>
            </a:p>
          </p:txBody>
        </p:sp>
      </p:grpSp>
      <p:grpSp>
        <p:nvGrpSpPr>
          <p:cNvPr id="4" name="组合 28"/>
          <p:cNvGrpSpPr/>
          <p:nvPr userDrawn="1"/>
        </p:nvGrpSpPr>
        <p:grpSpPr>
          <a:xfrm>
            <a:off x="5344590" y="3083669"/>
            <a:ext cx="873209" cy="694144"/>
            <a:chOff x="3716019" y="1178213"/>
            <a:chExt cx="873209" cy="694144"/>
          </a:xfrm>
        </p:grpSpPr>
        <p:sp>
          <p:nvSpPr>
            <p:cNvPr id="20" name="椭圆 2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1" name="文本框 3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02</a:t>
              </a:r>
              <a:endParaRPr lang="zh-CN" altLang="en-US" dirty="0"/>
            </a:p>
          </p:txBody>
        </p:sp>
      </p:grpSp>
      <p:grpSp>
        <p:nvGrpSpPr>
          <p:cNvPr id="5" name="组合 33"/>
          <p:cNvGrpSpPr/>
          <p:nvPr userDrawn="1"/>
        </p:nvGrpSpPr>
        <p:grpSpPr>
          <a:xfrm>
            <a:off x="5344590" y="4024162"/>
            <a:ext cx="873209" cy="694144"/>
            <a:chOff x="3716019" y="1178213"/>
            <a:chExt cx="873209" cy="694144"/>
          </a:xfrm>
        </p:grpSpPr>
        <p:sp>
          <p:nvSpPr>
            <p:cNvPr id="16" name="椭圆 3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7" name="文本框 3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03</a:t>
              </a:r>
              <a:endParaRPr lang="zh-CN" altLang="en-US" dirty="0"/>
            </a:p>
          </p:txBody>
        </p:sp>
      </p:grpSp>
      <p:grpSp>
        <p:nvGrpSpPr>
          <p:cNvPr id="30" name="组合 14"/>
          <p:cNvGrpSpPr/>
          <p:nvPr userDrawn="1"/>
        </p:nvGrpSpPr>
        <p:grpSpPr>
          <a:xfrm>
            <a:off x="188136" y="69551"/>
            <a:ext cx="2656664" cy="1048049"/>
            <a:chOff x="3582935" y="2440170"/>
            <a:chExt cx="1978130" cy="882163"/>
          </a:xfrm>
          <a:solidFill>
            <a:srgbClr val="0C3877"/>
          </a:solidFill>
        </p:grpSpPr>
        <p:sp>
          <p:nvSpPr>
            <p:cNvPr id="31" name="Rectangle 2"/>
            <p:cNvSpPr/>
            <p:nvPr/>
          </p:nvSpPr>
          <p:spPr>
            <a:xfrm>
              <a:off x="3582935" y="2440170"/>
              <a:ext cx="1978130" cy="853313"/>
            </a:xfrm>
            <a:prstGeom prst="rect">
              <a:avLst/>
            </a:prstGeom>
            <a:grpFill/>
          </p:spPr>
          <p:txBody>
            <a:bodyPr wrap="square" anchor="ctr">
              <a:normAutofit/>
            </a:bodyPr>
            <a:lstStyle/>
            <a:p>
              <a:pPr algn="ctr"/>
              <a:r>
                <a:rPr lang="zh-CN" altLang="en-US" sz="4800" b="1" spc="300" dirty="0">
                  <a:solidFill>
                    <a:schemeClr val="bg1"/>
                  </a:solidFill>
                  <a:effectLst>
                    <a:outerShdw blurRad="38100" dist="38100" dir="2700000" algn="tl">
                      <a:srgbClr val="000000">
                        <a:alpha val="43137"/>
                      </a:srgbClr>
                    </a:outerShdw>
                  </a:effectLst>
                  <a:cs typeface="+mn-ea"/>
                  <a:sym typeface="+mn-lt"/>
                </a:rPr>
                <a:t>内容</a:t>
              </a:r>
            </a:p>
          </p:txBody>
        </p:sp>
        <p:sp>
          <p:nvSpPr>
            <p:cNvPr id="32" name="Rectangle 4"/>
            <p:cNvSpPr/>
            <p:nvPr/>
          </p:nvSpPr>
          <p:spPr bwMode="auto">
            <a:xfrm>
              <a:off x="4229961" y="3250325"/>
              <a:ext cx="684076" cy="72008"/>
            </a:xfrm>
            <a:prstGeom prst="rect">
              <a:avLst/>
            </a:prstGeom>
            <a:grpFill/>
            <a:ln w="19050">
              <a:noFill/>
              <a:round/>
            </a:ln>
          </p:spPr>
          <p:txBody>
            <a:bodyPr anchor="ctr"/>
            <a:lstStyle/>
            <a:p>
              <a:pPr algn="ctr"/>
              <a:endParaRPr sz="4800">
                <a:cs typeface="+mn-ea"/>
                <a:sym typeface="+mn-lt"/>
              </a:endParaRPr>
            </a:p>
          </p:txBody>
        </p:sp>
      </p:grpSp>
      <p:sp>
        <p:nvSpPr>
          <p:cNvPr id="33" name="Rectangle 32"/>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38"/>
          <p:cNvSpPr>
            <a:spLocks noGrp="1"/>
          </p:cNvSpPr>
          <p:nvPr>
            <p:ph type="body" sz="quarter" idx="10" hasCustomPrompt="1"/>
          </p:nvPr>
        </p:nvSpPr>
        <p:spPr>
          <a:xfrm>
            <a:off x="6442015" y="2286818"/>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dirty="0">
                <a:latin typeface="Arial" panose="020B0604020202020204" pitchFamily="34" charset="0"/>
                <a:ea typeface="楷体" panose="02010609060101010101" pitchFamily="49" charset="-122"/>
              </a:defRPr>
            </a:lvl1pPr>
          </a:lstStyle>
          <a:p>
            <a:pPr marL="0" lvl="0" indent="0">
              <a:buNone/>
            </a:pPr>
            <a:r>
              <a:rPr lang="en-US" dirty="0"/>
              <a:t>第一章</a:t>
            </a:r>
          </a:p>
        </p:txBody>
      </p:sp>
      <p:sp>
        <p:nvSpPr>
          <p:cNvPr id="40" name="Text Placeholder 38"/>
          <p:cNvSpPr>
            <a:spLocks noGrp="1"/>
          </p:cNvSpPr>
          <p:nvPr>
            <p:ph type="body" sz="quarter" idx="11" hasCustomPrompt="1"/>
          </p:nvPr>
        </p:nvSpPr>
        <p:spPr>
          <a:xfrm>
            <a:off x="6442015" y="3223182"/>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t>第二章</a:t>
            </a:r>
          </a:p>
        </p:txBody>
      </p:sp>
      <p:sp>
        <p:nvSpPr>
          <p:cNvPr id="41" name="Text Placeholder 38"/>
          <p:cNvSpPr>
            <a:spLocks noGrp="1"/>
          </p:cNvSpPr>
          <p:nvPr>
            <p:ph type="body" sz="quarter" idx="12" hasCustomPrompt="1"/>
          </p:nvPr>
        </p:nvSpPr>
        <p:spPr>
          <a:xfrm>
            <a:off x="6442015" y="4159546"/>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t>第三章</a:t>
            </a:r>
          </a:p>
        </p:txBody>
      </p:sp>
      <p:sp>
        <p:nvSpPr>
          <p:cNvPr id="48" name="矩形 1"/>
          <p:cNvSpPr/>
          <p:nvPr userDrawn="1"/>
        </p:nvSpPr>
        <p:spPr>
          <a:xfrm>
            <a:off x="1527473" y="2115708"/>
            <a:ext cx="3542554" cy="2899952"/>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pic>
        <p:nvPicPr>
          <p:cNvPr id="14"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r="21747"/>
          <a:stretch>
            <a:fillRect/>
          </a:stretch>
        </p:blipFill>
        <p:spPr>
          <a:xfrm>
            <a:off x="624619" y="2433171"/>
            <a:ext cx="4050683" cy="2265026"/>
          </a:xfrm>
          <a:prstGeom prst="roundRect">
            <a:avLst>
              <a:gd name="adj" fmla="val 9518"/>
            </a:avLst>
          </a:prstGeom>
          <a:ln>
            <a:noFill/>
          </a:ln>
          <a:effectLst>
            <a:outerShdw blurRad="76200" dist="38100" dir="7800000" algn="tl" rotWithShape="0">
              <a:srgbClr val="000000">
                <a:alpha val="40000"/>
              </a:srgbClr>
            </a:outerShdw>
            <a:reflection blurRad="6350" stA="50000" endA="300" endPos="550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目录页">
    <p:spTree>
      <p:nvGrpSpPr>
        <p:cNvPr id="1" name=""/>
        <p:cNvGrpSpPr/>
        <p:nvPr/>
      </p:nvGrpSpPr>
      <p:grpSpPr>
        <a:xfrm>
          <a:off x="0" y="0"/>
          <a:ext cx="0" cy="0"/>
          <a:chOff x="0" y="0"/>
          <a:chExt cx="0" cy="0"/>
        </a:xfrm>
      </p:grpSpPr>
      <p:grpSp>
        <p:nvGrpSpPr>
          <p:cNvPr id="3" name="组合 27"/>
          <p:cNvGrpSpPr/>
          <p:nvPr userDrawn="1"/>
        </p:nvGrpSpPr>
        <p:grpSpPr>
          <a:xfrm>
            <a:off x="5344590" y="1216076"/>
            <a:ext cx="873209" cy="694144"/>
            <a:chOff x="3716019" y="1178213"/>
            <a:chExt cx="873209" cy="694144"/>
          </a:xfrm>
        </p:grpSpPr>
        <p:sp>
          <p:nvSpPr>
            <p:cNvPr id="24" name="椭圆 7"/>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5" name="文本框 8"/>
            <p:cNvSpPr txBox="1"/>
            <p:nvPr userDrawn="1"/>
          </p:nvSpPr>
          <p:spPr>
            <a:xfrm>
              <a:off x="3716019" y="1178213"/>
              <a:ext cx="873209"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spc="-150" dirty="0">
                  <a:solidFill>
                    <a:srgbClr val="0C3877"/>
                  </a:solidFill>
                </a:rPr>
                <a:t>01</a:t>
              </a:r>
              <a:endParaRPr lang="zh-CN" altLang="en-US" sz="2800" spc="-150" dirty="0">
                <a:solidFill>
                  <a:srgbClr val="0C3877"/>
                </a:solidFill>
              </a:endParaRPr>
            </a:p>
          </p:txBody>
        </p:sp>
      </p:grpSp>
      <p:grpSp>
        <p:nvGrpSpPr>
          <p:cNvPr id="4" name="组合 28"/>
          <p:cNvGrpSpPr/>
          <p:nvPr userDrawn="1"/>
        </p:nvGrpSpPr>
        <p:grpSpPr>
          <a:xfrm>
            <a:off x="5344590" y="2156569"/>
            <a:ext cx="873209" cy="694144"/>
            <a:chOff x="3716019" y="1178213"/>
            <a:chExt cx="873209" cy="694144"/>
          </a:xfrm>
        </p:grpSpPr>
        <p:sp>
          <p:nvSpPr>
            <p:cNvPr id="20" name="椭圆 2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1" name="文本框 3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02</a:t>
              </a:r>
              <a:endParaRPr lang="zh-CN" altLang="en-US" dirty="0"/>
            </a:p>
          </p:txBody>
        </p:sp>
      </p:grpSp>
      <p:grpSp>
        <p:nvGrpSpPr>
          <p:cNvPr id="5" name="组合 33"/>
          <p:cNvGrpSpPr/>
          <p:nvPr userDrawn="1"/>
        </p:nvGrpSpPr>
        <p:grpSpPr>
          <a:xfrm>
            <a:off x="5344590" y="3097062"/>
            <a:ext cx="873209" cy="694144"/>
            <a:chOff x="3716019" y="1178213"/>
            <a:chExt cx="873209" cy="694144"/>
          </a:xfrm>
        </p:grpSpPr>
        <p:sp>
          <p:nvSpPr>
            <p:cNvPr id="16" name="椭圆 3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7" name="文本框 3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03</a:t>
              </a:r>
              <a:endParaRPr lang="zh-CN" altLang="en-US" dirty="0"/>
            </a:p>
          </p:txBody>
        </p:sp>
      </p:grpSp>
      <p:grpSp>
        <p:nvGrpSpPr>
          <p:cNvPr id="6" name="组合 38"/>
          <p:cNvGrpSpPr/>
          <p:nvPr userDrawn="1"/>
        </p:nvGrpSpPr>
        <p:grpSpPr>
          <a:xfrm>
            <a:off x="5344590" y="4037555"/>
            <a:ext cx="873209" cy="694144"/>
            <a:chOff x="3716019" y="1178213"/>
            <a:chExt cx="873209" cy="694144"/>
          </a:xfrm>
        </p:grpSpPr>
        <p:sp>
          <p:nvSpPr>
            <p:cNvPr id="12" name="椭圆 3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3" name="文本框 4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04</a:t>
              </a:r>
              <a:endParaRPr lang="zh-CN" altLang="en-US" dirty="0"/>
            </a:p>
          </p:txBody>
        </p:sp>
      </p:grpSp>
      <p:grpSp>
        <p:nvGrpSpPr>
          <p:cNvPr id="7" name="组合 43"/>
          <p:cNvGrpSpPr/>
          <p:nvPr userDrawn="1"/>
        </p:nvGrpSpPr>
        <p:grpSpPr>
          <a:xfrm>
            <a:off x="5344590" y="4978050"/>
            <a:ext cx="873209" cy="694144"/>
            <a:chOff x="3716019" y="1178213"/>
            <a:chExt cx="873209" cy="694144"/>
          </a:xfrm>
        </p:grpSpPr>
        <p:sp>
          <p:nvSpPr>
            <p:cNvPr id="8" name="椭圆 4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9" name="文本框 4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05</a:t>
              </a:r>
              <a:endParaRPr lang="zh-CN" altLang="en-US" dirty="0"/>
            </a:p>
          </p:txBody>
        </p:sp>
      </p:grpSp>
      <p:grpSp>
        <p:nvGrpSpPr>
          <p:cNvPr id="30" name="组合 14"/>
          <p:cNvGrpSpPr/>
          <p:nvPr userDrawn="1"/>
        </p:nvGrpSpPr>
        <p:grpSpPr>
          <a:xfrm>
            <a:off x="188136" y="69551"/>
            <a:ext cx="2656664" cy="1048049"/>
            <a:chOff x="3582935" y="2440170"/>
            <a:chExt cx="1978130" cy="882163"/>
          </a:xfrm>
          <a:solidFill>
            <a:srgbClr val="0C3877"/>
          </a:solidFill>
        </p:grpSpPr>
        <p:sp>
          <p:nvSpPr>
            <p:cNvPr id="31" name="Rectangle 2"/>
            <p:cNvSpPr/>
            <p:nvPr/>
          </p:nvSpPr>
          <p:spPr>
            <a:xfrm>
              <a:off x="3582935" y="2440170"/>
              <a:ext cx="1978130" cy="853313"/>
            </a:xfrm>
            <a:prstGeom prst="rect">
              <a:avLst/>
            </a:prstGeom>
            <a:grpFill/>
          </p:spPr>
          <p:txBody>
            <a:bodyPr wrap="square" anchor="ctr">
              <a:normAutofit fontScale="92500"/>
            </a:bodyPr>
            <a:lstStyle/>
            <a:p>
              <a:pPr algn="ctr"/>
              <a:r>
                <a:rPr lang="en-US" altLang="zh-CN" sz="4800" b="1" spc="300" dirty="0">
                  <a:solidFill>
                    <a:schemeClr val="bg1"/>
                  </a:solidFill>
                  <a:effectLst>
                    <a:outerShdw blurRad="38100" dist="38100" dir="2700000" algn="tl">
                      <a:srgbClr val="000000">
                        <a:alpha val="43137"/>
                      </a:srgbClr>
                    </a:outerShdw>
                  </a:effectLst>
                  <a:cs typeface="+mn-ea"/>
                  <a:sym typeface="+mn-lt"/>
                </a:rPr>
                <a:t>Contents</a:t>
              </a:r>
              <a:endParaRPr lang="zh-CN" altLang="en-US" sz="4800" b="1" spc="300" dirty="0">
                <a:solidFill>
                  <a:schemeClr val="bg1"/>
                </a:solidFill>
                <a:effectLst>
                  <a:outerShdw blurRad="38100" dist="38100" dir="2700000" algn="tl">
                    <a:srgbClr val="000000">
                      <a:alpha val="43137"/>
                    </a:srgbClr>
                  </a:outerShdw>
                </a:effectLst>
                <a:cs typeface="+mn-ea"/>
                <a:sym typeface="+mn-lt"/>
              </a:endParaRPr>
            </a:p>
          </p:txBody>
        </p:sp>
        <p:sp>
          <p:nvSpPr>
            <p:cNvPr id="32" name="Rectangle 4"/>
            <p:cNvSpPr/>
            <p:nvPr/>
          </p:nvSpPr>
          <p:spPr bwMode="auto">
            <a:xfrm>
              <a:off x="4229961" y="3250325"/>
              <a:ext cx="684076" cy="72008"/>
            </a:xfrm>
            <a:prstGeom prst="rect">
              <a:avLst/>
            </a:prstGeom>
            <a:grpFill/>
            <a:ln w="19050">
              <a:noFill/>
              <a:round/>
            </a:ln>
          </p:spPr>
          <p:txBody>
            <a:bodyPr anchor="ctr"/>
            <a:lstStyle/>
            <a:p>
              <a:pPr algn="ctr"/>
              <a:endParaRPr sz="4800">
                <a:cs typeface="+mn-ea"/>
                <a:sym typeface="+mn-lt"/>
              </a:endParaRPr>
            </a:p>
          </p:txBody>
        </p:sp>
      </p:grpSp>
      <p:sp>
        <p:nvSpPr>
          <p:cNvPr id="33" name="Rectangle 32"/>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38"/>
          <p:cNvSpPr>
            <a:spLocks noGrp="1"/>
          </p:cNvSpPr>
          <p:nvPr>
            <p:ph type="body" sz="quarter" idx="10" hasCustomPrompt="1"/>
          </p:nvPr>
        </p:nvSpPr>
        <p:spPr>
          <a:xfrm>
            <a:off x="6442015" y="1359718"/>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dirty="0">
                <a:latin typeface="Arial" panose="020B0604020202020204" pitchFamily="34" charset="0"/>
                <a:ea typeface="楷体" panose="02010609060101010101" pitchFamily="49" charset="-122"/>
              </a:defRPr>
            </a:lvl1pPr>
          </a:lstStyle>
          <a:p>
            <a:pPr marL="0" lvl="0" indent="0">
              <a:buNone/>
            </a:pPr>
            <a:r>
              <a:rPr lang="en-US" altLang="zh-CN" dirty="0"/>
              <a:t>Chapter 1</a:t>
            </a:r>
            <a:endParaRPr lang="en-US" dirty="0"/>
          </a:p>
        </p:txBody>
      </p:sp>
      <p:sp>
        <p:nvSpPr>
          <p:cNvPr id="40" name="Text Placeholder 38"/>
          <p:cNvSpPr>
            <a:spLocks noGrp="1"/>
          </p:cNvSpPr>
          <p:nvPr>
            <p:ph type="body" sz="quarter" idx="11" hasCustomPrompt="1"/>
          </p:nvPr>
        </p:nvSpPr>
        <p:spPr>
          <a:xfrm>
            <a:off x="6442015" y="2296082"/>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2</a:t>
            </a:r>
            <a:endParaRPr lang="en-US" dirty="0"/>
          </a:p>
        </p:txBody>
      </p:sp>
      <p:sp>
        <p:nvSpPr>
          <p:cNvPr id="41" name="Text Placeholder 38"/>
          <p:cNvSpPr>
            <a:spLocks noGrp="1"/>
          </p:cNvSpPr>
          <p:nvPr>
            <p:ph type="body" sz="quarter" idx="12" hasCustomPrompt="1"/>
          </p:nvPr>
        </p:nvSpPr>
        <p:spPr>
          <a:xfrm>
            <a:off x="6442015" y="3232446"/>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3</a:t>
            </a:r>
            <a:endParaRPr lang="en-US" dirty="0"/>
          </a:p>
        </p:txBody>
      </p:sp>
      <p:sp>
        <p:nvSpPr>
          <p:cNvPr id="42" name="Text Placeholder 38"/>
          <p:cNvSpPr>
            <a:spLocks noGrp="1"/>
          </p:cNvSpPr>
          <p:nvPr>
            <p:ph type="body" sz="quarter" idx="13" hasCustomPrompt="1"/>
          </p:nvPr>
        </p:nvSpPr>
        <p:spPr>
          <a:xfrm>
            <a:off x="6442015" y="4168810"/>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4</a:t>
            </a:r>
            <a:endParaRPr lang="en-US" dirty="0"/>
          </a:p>
        </p:txBody>
      </p:sp>
      <p:sp>
        <p:nvSpPr>
          <p:cNvPr id="43" name="Text Placeholder 38"/>
          <p:cNvSpPr>
            <a:spLocks noGrp="1"/>
          </p:cNvSpPr>
          <p:nvPr>
            <p:ph type="body" sz="quarter" idx="14" hasCustomPrompt="1"/>
          </p:nvPr>
        </p:nvSpPr>
        <p:spPr>
          <a:xfrm>
            <a:off x="6442015" y="5105173"/>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800">
                <a:latin typeface="Arial" panose="020B0604020202020204" pitchFamily="34" charset="0"/>
                <a:ea typeface="楷体" panose="02010609060101010101" pitchFamily="49" charset="-122"/>
              </a:defRPr>
            </a:lvl1pPr>
          </a:lstStyle>
          <a:p>
            <a:pPr marL="0" lvl="0" indent="0">
              <a:buNone/>
            </a:pPr>
            <a:r>
              <a:rPr lang="en-US" altLang="zh-CN" dirty="0"/>
              <a:t>Chapter 5</a:t>
            </a:r>
            <a:endParaRPr lang="en-US" dirty="0"/>
          </a:p>
        </p:txBody>
      </p:sp>
      <p:sp>
        <p:nvSpPr>
          <p:cNvPr id="48" name="矩形 1"/>
          <p:cNvSpPr/>
          <p:nvPr userDrawn="1"/>
        </p:nvSpPr>
        <p:spPr>
          <a:xfrm>
            <a:off x="1527473" y="2115708"/>
            <a:ext cx="3542554" cy="2899952"/>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pic>
        <p:nvPicPr>
          <p:cNvPr id="14"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r="21747"/>
          <a:stretch>
            <a:fillRect/>
          </a:stretch>
        </p:blipFill>
        <p:spPr>
          <a:xfrm>
            <a:off x="624619" y="2433171"/>
            <a:ext cx="4050683" cy="2265026"/>
          </a:xfrm>
          <a:prstGeom prst="roundRect">
            <a:avLst>
              <a:gd name="adj" fmla="val 9518"/>
            </a:avLst>
          </a:prstGeom>
          <a:ln>
            <a:noFill/>
          </a:ln>
          <a:effectLst>
            <a:outerShdw blurRad="76200" dist="38100" dir="7800000" algn="tl" rotWithShape="0">
              <a:srgbClr val="000000">
                <a:alpha val="40000"/>
              </a:srgbClr>
            </a:outerShdw>
            <a:reflection blurRad="6350" stA="50000" endA="300" endPos="550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过渡页">
    <p:spTree>
      <p:nvGrpSpPr>
        <p:cNvPr id="1" name=""/>
        <p:cNvGrpSpPr/>
        <p:nvPr/>
      </p:nvGrpSpPr>
      <p:grpSpPr>
        <a:xfrm>
          <a:off x="0" y="0"/>
          <a:ext cx="0" cy="0"/>
          <a:chOff x="0" y="0"/>
          <a:chExt cx="0" cy="0"/>
        </a:xfrm>
      </p:grpSpPr>
      <p:sp>
        <p:nvSpPr>
          <p:cNvPr id="3" name="Rectangle 3"/>
          <p:cNvSpPr/>
          <p:nvPr userDrawn="1"/>
        </p:nvSpPr>
        <p:spPr>
          <a:xfrm>
            <a:off x="4249707" y="1468159"/>
            <a:ext cx="3725426" cy="713800"/>
          </a:xfrm>
          <a:prstGeom prst="rect">
            <a:avLst/>
          </a:prstGeom>
          <a:noFill/>
        </p:spPr>
        <p:txBody>
          <a:bodyPr wrap="none">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rPr>
              <a:t>第    章</a:t>
            </a:r>
            <a:endParaRPr kumimoji="0" lang="en-US" altLang="zh-CN"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endParaRPr>
          </a:p>
        </p:txBody>
      </p:sp>
      <p:grpSp>
        <p:nvGrpSpPr>
          <p:cNvPr id="4" name="组合 13"/>
          <p:cNvGrpSpPr/>
          <p:nvPr userDrawn="1"/>
        </p:nvGrpSpPr>
        <p:grpSpPr>
          <a:xfrm>
            <a:off x="2694306" y="2230136"/>
            <a:ext cx="6836229" cy="882163"/>
            <a:chOff x="8643435" y="2968069"/>
            <a:chExt cx="2272882" cy="882163"/>
          </a:xfrm>
          <a:solidFill>
            <a:srgbClr val="0C3877"/>
          </a:solidFill>
        </p:grpSpPr>
        <p:sp>
          <p:nvSpPr>
            <p:cNvPr id="5" name="Rectangle 2"/>
            <p:cNvSpPr/>
            <p:nvPr/>
          </p:nvSpPr>
          <p:spPr>
            <a:xfrm>
              <a:off x="8643435" y="2968069"/>
              <a:ext cx="2272882" cy="853313"/>
            </a:xfrm>
            <a:prstGeom prst="rect">
              <a:avLst/>
            </a:prstGeom>
            <a:grpFill/>
          </p:spPr>
          <p:txBody>
            <a:bodyPr wrap="square">
              <a:noAutofit/>
            </a:bodyPr>
            <a:lstStyle/>
            <a:p>
              <a:pPr lvl="0" algn="ctr">
                <a:lnSpc>
                  <a:spcPct val="150000"/>
                </a:lnSpc>
              </a:pPr>
              <a:endParaRPr lang="zh-CN" altLang="en-US" sz="4000" b="1" spc="300">
                <a:solidFill>
                  <a:srgbClr val="0C3877"/>
                </a:solidFill>
                <a:effectLst>
                  <a:outerShdw blurRad="38100" dist="38100" dir="2700000" algn="tl">
                    <a:srgbClr val="000000">
                      <a:alpha val="43137"/>
                    </a:srgbClr>
                  </a:outerShdw>
                </a:effectLst>
                <a:cs typeface="+mn-ea"/>
                <a:sym typeface="+mn-lt"/>
              </a:endParaRPr>
            </a:p>
          </p:txBody>
        </p:sp>
        <p:sp>
          <p:nvSpPr>
            <p:cNvPr id="6" name="Rectangle 4"/>
            <p:cNvSpPr/>
            <p:nvPr/>
          </p:nvSpPr>
          <p:spPr bwMode="auto">
            <a:xfrm>
              <a:off x="9459029" y="3778224"/>
              <a:ext cx="641694" cy="72008"/>
            </a:xfrm>
            <a:prstGeom prst="rect">
              <a:avLst/>
            </a:prstGeom>
            <a:grp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srgbClr val="0C3877"/>
                </a:solidFill>
                <a:effectLst/>
                <a:uLnTx/>
                <a:uFillTx/>
                <a:cs typeface="+mn-ea"/>
                <a:sym typeface="+mn-lt"/>
              </a:endParaRPr>
            </a:p>
          </p:txBody>
        </p:sp>
      </p:grpSp>
      <p:sp>
        <p:nvSpPr>
          <p:cNvPr id="16" name="Text Placeholder 15"/>
          <p:cNvSpPr>
            <a:spLocks noGrp="1"/>
          </p:cNvSpPr>
          <p:nvPr>
            <p:ph type="body" sz="quarter" idx="11" hasCustomPrompt="1"/>
          </p:nvPr>
        </p:nvSpPr>
        <p:spPr>
          <a:xfrm>
            <a:off x="2710726" y="2306933"/>
            <a:ext cx="6803388" cy="713801"/>
          </a:xfrm>
          <a:prstGeom prst="rect">
            <a:avLst/>
          </a:prstGeom>
        </p:spPr>
        <p:txBody>
          <a:bodyPr/>
          <a:lstStyle>
            <a:lvl1pPr marL="0" indent="0" algn="ctr">
              <a:buNone/>
              <a:defRPr sz="4400">
                <a:solidFill>
                  <a:schemeClr val="bg1"/>
                </a:solidFill>
                <a:latin typeface="楷体" panose="02010609060101010101" pitchFamily="49" charset="-122"/>
                <a:ea typeface="楷体" panose="02010609060101010101" pitchFamily="49" charset="-122"/>
              </a:defRPr>
            </a:lvl1pPr>
          </a:lstStyle>
          <a:p>
            <a:pPr lvl="0"/>
            <a:r>
              <a:rPr lang="zh-CN" altLang="en-US" dirty="0"/>
              <a:t>请输入</a:t>
            </a:r>
            <a:r>
              <a:rPr lang="en-US" dirty="0"/>
              <a:t>本章主题</a:t>
            </a:r>
          </a:p>
        </p:txBody>
      </p:sp>
      <p:pic>
        <p:nvPicPr>
          <p:cNvPr id="23" name="图片 28"/>
          <p:cNvPicPr/>
          <p:nvPr userDrawn="1"/>
        </p:nvPicPr>
        <p:blipFill rotWithShape="1">
          <a:blip r:embed="rId2" cstate="print">
            <a:extLst>
              <a:ext uri="{28A0092B-C50C-407E-A947-70E740481C1C}">
                <a14:useLocalDpi xmlns:a14="http://schemas.microsoft.com/office/drawing/2010/main" val="0"/>
              </a:ext>
            </a:extLst>
          </a:blip>
          <a:srcRect t="34649"/>
          <a:stretch>
            <a:fillRect/>
          </a:stretch>
        </p:blipFill>
        <p:spPr>
          <a:xfrm>
            <a:off x="-145142" y="3160246"/>
            <a:ext cx="12482285" cy="2351757"/>
          </a:xfrm>
          <a:prstGeom prst="rect">
            <a:avLst/>
          </a:prstGeom>
          <a:effectLst>
            <a:softEdge rad="533400"/>
          </a:effectLst>
        </p:spPr>
      </p:pic>
      <p:sp>
        <p:nvSpPr>
          <p:cNvPr id="24" name="Rectangle 23"/>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2" hasCustomPrompt="1"/>
          </p:nvPr>
        </p:nvSpPr>
        <p:spPr>
          <a:xfrm>
            <a:off x="5695191" y="1523248"/>
            <a:ext cx="834458" cy="515938"/>
          </a:xfrm>
        </p:spPr>
        <p:txBody>
          <a:bodyPr>
            <a:noAutofit/>
          </a:bodyPr>
          <a:lstStyle>
            <a:lvl1pPr marL="0" indent="0" algn="ctr">
              <a:buNone/>
              <a:defRPr sz="3200" b="1">
                <a:solidFill>
                  <a:srgbClr val="0C3877"/>
                </a:solidFill>
                <a:effectLst>
                  <a:outerShdw blurRad="38100" dist="38100" dir="2700000" algn="tl">
                    <a:srgbClr val="000000">
                      <a:alpha val="43137"/>
                    </a:srgbClr>
                  </a:outerShdw>
                </a:effectLst>
              </a:defRPr>
            </a:lvl1pPr>
            <a:lvl2pPr marL="457200" indent="0">
              <a:buNone/>
              <a:defRPr/>
            </a:lvl2pPr>
          </a:lstStyle>
          <a:p>
            <a:pPr lvl="0"/>
            <a:r>
              <a:rPr lang="zh-CN" altLang="en-US" dirty="0"/>
              <a:t>一</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ransition Page En">
    <p:spTree>
      <p:nvGrpSpPr>
        <p:cNvPr id="1" name=""/>
        <p:cNvGrpSpPr/>
        <p:nvPr/>
      </p:nvGrpSpPr>
      <p:grpSpPr>
        <a:xfrm>
          <a:off x="0" y="0"/>
          <a:ext cx="0" cy="0"/>
          <a:chOff x="0" y="0"/>
          <a:chExt cx="0" cy="0"/>
        </a:xfrm>
      </p:grpSpPr>
      <p:sp>
        <p:nvSpPr>
          <p:cNvPr id="3" name="Rectangle 3"/>
          <p:cNvSpPr/>
          <p:nvPr userDrawn="1"/>
        </p:nvSpPr>
        <p:spPr>
          <a:xfrm>
            <a:off x="4249707" y="1468159"/>
            <a:ext cx="3725426" cy="713800"/>
          </a:xfrm>
          <a:prstGeom prst="rect">
            <a:avLst/>
          </a:prstGeom>
          <a:noFill/>
        </p:spPr>
        <p:txBody>
          <a:bodyPr wrap="none">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endParaRPr>
          </a:p>
        </p:txBody>
      </p:sp>
      <p:grpSp>
        <p:nvGrpSpPr>
          <p:cNvPr id="4" name="组合 13"/>
          <p:cNvGrpSpPr/>
          <p:nvPr userDrawn="1"/>
        </p:nvGrpSpPr>
        <p:grpSpPr>
          <a:xfrm>
            <a:off x="2694306" y="2230136"/>
            <a:ext cx="6836229" cy="882163"/>
            <a:chOff x="8643435" y="2968069"/>
            <a:chExt cx="2272882" cy="882163"/>
          </a:xfrm>
          <a:solidFill>
            <a:srgbClr val="0C3877"/>
          </a:solidFill>
        </p:grpSpPr>
        <p:sp>
          <p:nvSpPr>
            <p:cNvPr id="5" name="Rectangle 2"/>
            <p:cNvSpPr/>
            <p:nvPr/>
          </p:nvSpPr>
          <p:spPr>
            <a:xfrm>
              <a:off x="8643435" y="2968069"/>
              <a:ext cx="2272882" cy="853313"/>
            </a:xfrm>
            <a:prstGeom prst="rect">
              <a:avLst/>
            </a:prstGeom>
            <a:grpFill/>
          </p:spPr>
          <p:txBody>
            <a:bodyPr wrap="square">
              <a:noAutofit/>
            </a:bodyPr>
            <a:lstStyle/>
            <a:p>
              <a:pPr lvl="0" algn="ctr">
                <a:lnSpc>
                  <a:spcPct val="150000"/>
                </a:lnSpc>
              </a:pPr>
              <a:endParaRPr lang="zh-CN" altLang="en-US" sz="4000" b="1" spc="300">
                <a:solidFill>
                  <a:srgbClr val="0C3877"/>
                </a:solidFill>
                <a:effectLst>
                  <a:outerShdw blurRad="38100" dist="38100" dir="2700000" algn="tl">
                    <a:srgbClr val="000000">
                      <a:alpha val="43137"/>
                    </a:srgbClr>
                  </a:outerShdw>
                </a:effectLst>
                <a:cs typeface="+mn-ea"/>
                <a:sym typeface="+mn-lt"/>
              </a:endParaRPr>
            </a:p>
          </p:txBody>
        </p:sp>
        <p:sp>
          <p:nvSpPr>
            <p:cNvPr id="6" name="Rectangle 4"/>
            <p:cNvSpPr/>
            <p:nvPr/>
          </p:nvSpPr>
          <p:spPr bwMode="auto">
            <a:xfrm>
              <a:off x="9459029" y="3778224"/>
              <a:ext cx="641694" cy="72008"/>
            </a:xfrm>
            <a:prstGeom prst="rect">
              <a:avLst/>
            </a:prstGeom>
            <a:grp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srgbClr val="0C3877"/>
                </a:solidFill>
                <a:effectLst/>
                <a:uLnTx/>
                <a:uFillTx/>
                <a:cs typeface="+mn-ea"/>
                <a:sym typeface="+mn-lt"/>
              </a:endParaRPr>
            </a:p>
          </p:txBody>
        </p:sp>
      </p:grpSp>
      <p:sp>
        <p:nvSpPr>
          <p:cNvPr id="16" name="Text Placeholder 15"/>
          <p:cNvSpPr>
            <a:spLocks noGrp="1"/>
          </p:cNvSpPr>
          <p:nvPr>
            <p:ph type="body" sz="quarter" idx="11" hasCustomPrompt="1"/>
          </p:nvPr>
        </p:nvSpPr>
        <p:spPr>
          <a:xfrm>
            <a:off x="2710726" y="2306933"/>
            <a:ext cx="6803388" cy="713801"/>
          </a:xfrm>
          <a:prstGeom prst="rect">
            <a:avLst/>
          </a:prstGeom>
        </p:spPr>
        <p:txBody>
          <a:bodyPr/>
          <a:lstStyle>
            <a:lvl1pPr marL="0" indent="0" algn="ctr">
              <a:buNone/>
              <a:defRPr sz="4400" baseline="0">
                <a:solidFill>
                  <a:schemeClr val="bg1"/>
                </a:solidFill>
                <a:latin typeface="Arial" panose="020B0604020202020204" pitchFamily="34" charset="0"/>
                <a:ea typeface="楷体" panose="02010609060101010101" pitchFamily="49" charset="-122"/>
              </a:defRPr>
            </a:lvl1pPr>
          </a:lstStyle>
          <a:p>
            <a:pPr lvl="0"/>
            <a:r>
              <a:rPr lang="en-US" altLang="zh-CN" dirty="0"/>
              <a:t>Chapter Title</a:t>
            </a:r>
            <a:endParaRPr lang="en-US" dirty="0"/>
          </a:p>
        </p:txBody>
      </p:sp>
      <p:pic>
        <p:nvPicPr>
          <p:cNvPr id="23" name="图片 28"/>
          <p:cNvPicPr/>
          <p:nvPr userDrawn="1"/>
        </p:nvPicPr>
        <p:blipFill rotWithShape="1">
          <a:blip r:embed="rId2" cstate="print">
            <a:extLst>
              <a:ext uri="{28A0092B-C50C-407E-A947-70E740481C1C}">
                <a14:useLocalDpi xmlns:a14="http://schemas.microsoft.com/office/drawing/2010/main" val="0"/>
              </a:ext>
            </a:extLst>
          </a:blip>
          <a:srcRect t="34649"/>
          <a:stretch>
            <a:fillRect/>
          </a:stretch>
        </p:blipFill>
        <p:spPr>
          <a:xfrm>
            <a:off x="-145142" y="3160246"/>
            <a:ext cx="12482285" cy="2351757"/>
          </a:xfrm>
          <a:prstGeom prst="rect">
            <a:avLst/>
          </a:prstGeom>
          <a:effectLst>
            <a:softEdge rad="533400"/>
          </a:effectLst>
        </p:spPr>
      </p:pic>
      <p:sp>
        <p:nvSpPr>
          <p:cNvPr id="24" name="Rectangle 23"/>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2" hasCustomPrompt="1"/>
          </p:nvPr>
        </p:nvSpPr>
        <p:spPr>
          <a:xfrm>
            <a:off x="6096000" y="1523248"/>
            <a:ext cx="1155552" cy="515938"/>
          </a:xfrm>
        </p:spPr>
        <p:txBody>
          <a:bodyPr>
            <a:noAutofit/>
          </a:bodyPr>
          <a:lstStyle>
            <a:lvl1pPr marL="0" indent="0" algn="ctr">
              <a:buNone/>
              <a:defRPr sz="3200" b="1">
                <a:solidFill>
                  <a:srgbClr val="0C3877"/>
                </a:solidFill>
                <a:effectLst>
                  <a:outerShdw blurRad="38100" dist="38100" dir="2700000" algn="tl">
                    <a:srgbClr val="000000">
                      <a:alpha val="43137"/>
                    </a:srgbClr>
                  </a:outerShdw>
                </a:effectLst>
              </a:defRPr>
            </a:lvl1pPr>
            <a:lvl2pPr marL="457200" indent="0">
              <a:buNone/>
              <a:defRPr/>
            </a:lvl2pPr>
          </a:lstStyle>
          <a:p>
            <a:pPr lvl="0"/>
            <a:r>
              <a:rPr lang="en-US" dirty="0"/>
              <a:t>ONE</a:t>
            </a:r>
          </a:p>
        </p:txBody>
      </p:sp>
      <p:sp>
        <p:nvSpPr>
          <p:cNvPr id="2" name="TextBox 1"/>
          <p:cNvSpPr txBox="1"/>
          <p:nvPr userDrawn="1"/>
        </p:nvSpPr>
        <p:spPr>
          <a:xfrm>
            <a:off x="4797603" y="1481921"/>
            <a:ext cx="1271502" cy="584775"/>
          </a:xfrm>
          <a:prstGeom prst="rect">
            <a:avLst/>
          </a:prstGeom>
          <a:noFill/>
        </p:spPr>
        <p:txBody>
          <a:bodyPr wrap="none" rtlCol="0">
            <a:spAutoFit/>
          </a:bodyPr>
          <a:lstStyle/>
          <a:p>
            <a:r>
              <a:rPr lang="en-US" sz="3200" b="1" dirty="0">
                <a:solidFill>
                  <a:srgbClr val="0C3877"/>
                </a:solidFill>
                <a:latin typeface="Arial" panose="020B0604020202020204" pitchFamily="34" charset="0"/>
                <a:cs typeface="Arial" panose="020B0604020202020204" pitchFamily="34" charset="0"/>
              </a:rPr>
              <a:t>PART</a:t>
            </a:r>
            <a:endParaRPr lang="en-US" sz="2000" b="1" dirty="0">
              <a:solidFill>
                <a:srgbClr val="0C3877"/>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封底">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alphaModFix amt="32000"/>
          </a:blip>
          <a:stretch>
            <a:fillRect/>
          </a:stretch>
        </p:blipFill>
        <p:spPr>
          <a:xfrm>
            <a:off x="0" y="-1"/>
            <a:ext cx="12192000" cy="6858001"/>
          </a:xfrm>
          <a:prstGeom prst="rect">
            <a:avLst/>
          </a:prstGeom>
        </p:spPr>
      </p:pic>
      <p:grpSp>
        <p:nvGrpSpPr>
          <p:cNvPr id="11" name="Group 10"/>
          <p:cNvGrpSpPr/>
          <p:nvPr userDrawn="1"/>
        </p:nvGrpSpPr>
        <p:grpSpPr>
          <a:xfrm>
            <a:off x="2098675" y="306249"/>
            <a:ext cx="7994650" cy="1353443"/>
            <a:chOff x="2098675" y="1608584"/>
            <a:chExt cx="7994650" cy="1353443"/>
          </a:xfrm>
        </p:grpSpPr>
        <p:cxnSp>
          <p:nvCxnSpPr>
            <p:cNvPr id="8" name="PA_直接连接符 15"/>
            <p:cNvCxnSpPr/>
            <p:nvPr userDrawn="1">
              <p:custDataLst>
                <p:tags r:id="rId1"/>
              </p:custDataLst>
            </p:nvPr>
          </p:nvCxnSpPr>
          <p:spPr>
            <a:xfrm>
              <a:off x="2098675" y="2488285"/>
              <a:ext cx="7994650" cy="0"/>
            </a:xfrm>
            <a:prstGeom prst="line">
              <a:avLst/>
            </a:prstGeom>
            <a:noFill/>
            <a:ln w="12700" cap="flat" cmpd="sng" algn="ctr">
              <a:solidFill>
                <a:srgbClr val="9D212F"/>
              </a:solidFill>
              <a:prstDash val="dashDot"/>
              <a:miter lim="800000"/>
            </a:ln>
            <a:effectLst/>
          </p:spPr>
        </p:cxnSp>
        <p:sp>
          <p:nvSpPr>
            <p:cNvPr id="9" name="文本框 27"/>
            <p:cNvSpPr txBox="1"/>
            <p:nvPr userDrawn="1"/>
          </p:nvSpPr>
          <p:spPr>
            <a:xfrm>
              <a:off x="2719276" y="2654250"/>
              <a:ext cx="6753448" cy="307777"/>
            </a:xfrm>
            <a:prstGeom prst="rect">
              <a:avLst/>
            </a:prstGeom>
            <a:noFill/>
          </p:spPr>
          <p:txBody>
            <a:bodyPr wrap="square" rtlCol="0">
              <a:spAutoFit/>
            </a:bodyPr>
            <a:lstStyle/>
            <a:p>
              <a:pPr lvl="0" algn="dist"/>
              <a:r>
                <a:rPr lang="en-US" altLang="zh-CN" sz="1400" dirty="0">
                  <a:solidFill>
                    <a:srgbClr val="0C3877"/>
                  </a:solidFill>
                  <a:cs typeface="+mn-ea"/>
                  <a:sym typeface="+mn-lt"/>
                </a:rPr>
                <a:t>- THANK YOU FOR YOUR LISTENING-</a:t>
              </a:r>
            </a:p>
          </p:txBody>
        </p:sp>
        <p:sp>
          <p:nvSpPr>
            <p:cNvPr id="10" name="矩形 31"/>
            <p:cNvSpPr/>
            <p:nvPr userDrawn="1"/>
          </p:nvSpPr>
          <p:spPr>
            <a:xfrm>
              <a:off x="2833120" y="1608584"/>
              <a:ext cx="6701578" cy="768350"/>
            </a:xfrm>
            <a:prstGeom prst="rect">
              <a:avLst/>
            </a:prstGeom>
          </p:spPr>
          <p:txBody>
            <a:bodyPr wrap="square">
              <a:spAutoFit/>
            </a:bodyPr>
            <a:lstStyle/>
            <a:p>
              <a:pPr lvl="0" algn="dist"/>
              <a:r>
                <a:rPr lang="zh-CN" altLang="en-US" sz="4400" b="1" spc="600" dirty="0">
                  <a:solidFill>
                    <a:srgbClr val="0C3877"/>
                  </a:solidFill>
                  <a:cs typeface="+mn-ea"/>
                  <a:sym typeface="+mn-lt"/>
                </a:rPr>
                <a:t>请专家教授批评指正！</a:t>
              </a:r>
            </a:p>
          </p:txBody>
        </p:sp>
      </p:grpSp>
      <p:sp>
        <p:nvSpPr>
          <p:cNvPr id="12" name="矩形: 圆角 15"/>
          <p:cNvSpPr/>
          <p:nvPr userDrawn="1"/>
        </p:nvSpPr>
        <p:spPr>
          <a:xfrm>
            <a:off x="4487191" y="1971023"/>
            <a:ext cx="2860425"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13" name="Graphic 12" descr="Use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621899" y="1971023"/>
            <a:ext cx="423645" cy="423645"/>
          </a:xfrm>
          <a:prstGeom prst="rect">
            <a:avLst/>
          </a:prstGeom>
        </p:spPr>
      </p:pic>
      <p:sp>
        <p:nvSpPr>
          <p:cNvPr id="14" name="TextBox 13"/>
          <p:cNvSpPr txBox="1"/>
          <p:nvPr userDrawn="1"/>
        </p:nvSpPr>
        <p:spPr>
          <a:xfrm>
            <a:off x="5035943" y="1998179"/>
            <a:ext cx="1107996" cy="369332"/>
          </a:xfrm>
          <a:prstGeom prst="rect">
            <a:avLst/>
          </a:prstGeom>
          <a:noFill/>
        </p:spPr>
        <p:txBody>
          <a:bodyPr wrap="none" rtlCol="0">
            <a:spAutoFit/>
          </a:bodyPr>
          <a:lstStyle/>
          <a:p>
            <a:r>
              <a:rPr lang="en-US">
                <a:latin typeface="楷体" panose="02010609060101010101" pitchFamily="49" charset="-122"/>
                <a:ea typeface="楷体" panose="02010609060101010101" pitchFamily="49" charset="-122"/>
              </a:rPr>
              <a:t>报告人</a:t>
            </a:r>
            <a:r>
              <a:rPr lang="zh-CN" altLang="en-US">
                <a:latin typeface="楷体" panose="02010609060101010101" pitchFamily="49" charset="-122"/>
                <a:ea typeface="楷体" panose="02010609060101010101" pitchFamily="49" charset="-122"/>
              </a:rPr>
              <a:t>：</a:t>
            </a:r>
            <a:endParaRPr lang="en-US">
              <a:latin typeface="楷体" panose="02010609060101010101" pitchFamily="49" charset="-122"/>
              <a:ea typeface="楷体" panose="02010609060101010101" pitchFamily="49" charset="-122"/>
            </a:endParaRPr>
          </a:p>
        </p:txBody>
      </p:sp>
      <p:sp>
        <p:nvSpPr>
          <p:cNvPr id="15" name="Text Placeholder 29"/>
          <p:cNvSpPr>
            <a:spLocks noGrp="1"/>
          </p:cNvSpPr>
          <p:nvPr>
            <p:ph type="body" sz="quarter" idx="10" hasCustomPrompt="1"/>
          </p:nvPr>
        </p:nvSpPr>
        <p:spPr>
          <a:xfrm>
            <a:off x="5968698" y="2027359"/>
            <a:ext cx="1107996" cy="340152"/>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zh-CN" altLang="en-US" dirty="0"/>
              <a:t>罗海枫</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Ending Page_En">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alphaModFix amt="32000"/>
          </a:blip>
          <a:stretch>
            <a:fillRect/>
          </a:stretch>
        </p:blipFill>
        <p:spPr>
          <a:xfrm>
            <a:off x="0" y="-1"/>
            <a:ext cx="12192000" cy="6858001"/>
          </a:xfrm>
          <a:prstGeom prst="rect">
            <a:avLst/>
          </a:prstGeom>
        </p:spPr>
      </p:pic>
      <p:grpSp>
        <p:nvGrpSpPr>
          <p:cNvPr id="11" name="Group 10"/>
          <p:cNvGrpSpPr/>
          <p:nvPr userDrawn="1"/>
        </p:nvGrpSpPr>
        <p:grpSpPr>
          <a:xfrm>
            <a:off x="1416560" y="416509"/>
            <a:ext cx="9358880" cy="1352628"/>
            <a:chOff x="1416560" y="1718844"/>
            <a:chExt cx="9358880" cy="1352628"/>
          </a:xfrm>
        </p:grpSpPr>
        <p:cxnSp>
          <p:nvCxnSpPr>
            <p:cNvPr id="8" name="PA_直接连接符 15"/>
            <p:cNvCxnSpPr/>
            <p:nvPr userDrawn="1">
              <p:custDataLst>
                <p:tags r:id="rId1"/>
              </p:custDataLst>
            </p:nvPr>
          </p:nvCxnSpPr>
          <p:spPr>
            <a:xfrm>
              <a:off x="2098675" y="2488285"/>
              <a:ext cx="7994650" cy="0"/>
            </a:xfrm>
            <a:prstGeom prst="line">
              <a:avLst/>
            </a:prstGeom>
            <a:noFill/>
            <a:ln w="12700" cap="flat" cmpd="sng" algn="ctr">
              <a:solidFill>
                <a:srgbClr val="9D212F"/>
              </a:solidFill>
              <a:prstDash val="dashDot"/>
              <a:miter lim="800000"/>
            </a:ln>
            <a:effectLst/>
          </p:spPr>
        </p:cxnSp>
        <p:sp>
          <p:nvSpPr>
            <p:cNvPr id="9" name="文本框 27"/>
            <p:cNvSpPr txBox="1"/>
            <p:nvPr userDrawn="1"/>
          </p:nvSpPr>
          <p:spPr>
            <a:xfrm>
              <a:off x="3911923" y="2671362"/>
              <a:ext cx="4368155" cy="400110"/>
            </a:xfrm>
            <a:prstGeom prst="rect">
              <a:avLst/>
            </a:prstGeom>
            <a:noFill/>
          </p:spPr>
          <p:txBody>
            <a:bodyPr wrap="square" rtlCol="0">
              <a:spAutoFit/>
            </a:bodyPr>
            <a:lstStyle/>
            <a:p>
              <a:pPr lvl="0" algn="dist"/>
              <a:r>
                <a:rPr lang="en-US" altLang="zh-CN" sz="2000" dirty="0">
                  <a:solidFill>
                    <a:srgbClr val="0C3877"/>
                  </a:solidFill>
                  <a:cs typeface="+mn-ea"/>
                  <a:sym typeface="+mn-lt"/>
                </a:rPr>
                <a:t>Questions and comments are welcome!</a:t>
              </a:r>
            </a:p>
          </p:txBody>
        </p:sp>
        <p:sp>
          <p:nvSpPr>
            <p:cNvPr id="10" name="矩形 31"/>
            <p:cNvSpPr/>
            <p:nvPr userDrawn="1"/>
          </p:nvSpPr>
          <p:spPr>
            <a:xfrm>
              <a:off x="1416560" y="1718844"/>
              <a:ext cx="9358880" cy="769441"/>
            </a:xfrm>
            <a:prstGeom prst="rect">
              <a:avLst/>
            </a:prstGeom>
          </p:spPr>
          <p:txBody>
            <a:bodyPr wrap="square">
              <a:spAutoFit/>
            </a:bodyPr>
            <a:lstStyle/>
            <a:p>
              <a:pPr lvl="0" algn="dist"/>
              <a:r>
                <a:rPr lang="en-US" altLang="zh-CN" sz="4400" b="1" spc="600" dirty="0">
                  <a:solidFill>
                    <a:srgbClr val="0C3877"/>
                  </a:solidFill>
                  <a:latin typeface="Arial" panose="020B0604020202020204" pitchFamily="34" charset="0"/>
                  <a:cs typeface="Arial" panose="020B0604020202020204" pitchFamily="34" charset="0"/>
                  <a:sym typeface="+mn-lt"/>
                </a:rPr>
                <a:t>Thanks for Your Attention</a:t>
              </a:r>
              <a:r>
                <a:rPr lang="zh-CN" altLang="en-US" sz="4400" b="1" spc="600" dirty="0">
                  <a:solidFill>
                    <a:srgbClr val="0C3877"/>
                  </a:solidFill>
                  <a:latin typeface="Arial" panose="020B0604020202020204" pitchFamily="34" charset="0"/>
                  <a:cs typeface="Arial" panose="020B0604020202020204" pitchFamily="34" charset="0"/>
                  <a:sym typeface="+mn-lt"/>
                </a:rPr>
                <a:t>！</a:t>
              </a:r>
            </a:p>
          </p:txBody>
        </p:sp>
      </p:grpSp>
      <p:sp>
        <p:nvSpPr>
          <p:cNvPr id="2" name="矩形: 圆角 15"/>
          <p:cNvSpPr/>
          <p:nvPr userDrawn="1"/>
        </p:nvSpPr>
        <p:spPr>
          <a:xfrm>
            <a:off x="1803194" y="2182360"/>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3" name="Graphic 2" descr="Use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937902" y="2188275"/>
            <a:ext cx="423645" cy="423645"/>
          </a:xfrm>
          <a:prstGeom prst="rect">
            <a:avLst/>
          </a:prstGeom>
        </p:spPr>
      </p:pic>
      <p:sp>
        <p:nvSpPr>
          <p:cNvPr id="5" name="TextBox 4"/>
          <p:cNvSpPr txBox="1"/>
          <p:nvPr userDrawn="1"/>
        </p:nvSpPr>
        <p:spPr>
          <a:xfrm>
            <a:off x="2351946" y="2215431"/>
            <a:ext cx="1274708" cy="369332"/>
          </a:xfrm>
          <a:prstGeom prst="rect">
            <a:avLst/>
          </a:prstGeom>
          <a:noFill/>
        </p:spPr>
        <p:txBody>
          <a:bodyPr wrap="none" rtlCol="0">
            <a:spAutoFit/>
          </a:bodyPr>
          <a:lstStyle/>
          <a:p>
            <a:r>
              <a:rPr lang="en-US" baseline="0" dirty="0">
                <a:latin typeface="Arial" panose="020B0604020202020204" pitchFamily="34" charset="0"/>
                <a:ea typeface="楷体" panose="02010609060101010101" pitchFamily="49" charset="-122"/>
              </a:rPr>
              <a:t>Speaker</a:t>
            </a:r>
            <a:r>
              <a:rPr lang="zh-CN" altLang="en-US" baseline="0" dirty="0">
                <a:latin typeface="Arial" panose="020B0604020202020204" pitchFamily="34" charset="0"/>
                <a:ea typeface="楷体" panose="02010609060101010101" pitchFamily="49" charset="-122"/>
              </a:rPr>
              <a:t>：</a:t>
            </a:r>
            <a:endParaRPr lang="en-US" baseline="0" dirty="0">
              <a:latin typeface="Arial" panose="020B0604020202020204" pitchFamily="34" charset="0"/>
              <a:ea typeface="楷体" panose="02010609060101010101" pitchFamily="49" charset="-122"/>
            </a:endParaRPr>
          </a:p>
        </p:txBody>
      </p:sp>
      <p:sp>
        <p:nvSpPr>
          <p:cNvPr id="6" name="Text Placeholder 29"/>
          <p:cNvSpPr>
            <a:spLocks noGrp="1"/>
          </p:cNvSpPr>
          <p:nvPr>
            <p:ph type="body" sz="quarter" idx="12" hasCustomPrompt="1"/>
          </p:nvPr>
        </p:nvSpPr>
        <p:spPr>
          <a:xfrm>
            <a:off x="3467952" y="2230021"/>
            <a:ext cx="1107996" cy="340152"/>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dirty="0"/>
              <a:t>Name</a:t>
            </a:r>
          </a:p>
        </p:txBody>
      </p:sp>
      <p:sp>
        <p:nvSpPr>
          <p:cNvPr id="7" name="矩形: 圆角 15"/>
          <p:cNvSpPr/>
          <p:nvPr userDrawn="1"/>
        </p:nvSpPr>
        <p:spPr>
          <a:xfrm>
            <a:off x="6971236" y="2182360"/>
            <a:ext cx="4749597"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20" name="TextBox 19"/>
          <p:cNvSpPr txBox="1"/>
          <p:nvPr userDrawn="1"/>
        </p:nvSpPr>
        <p:spPr>
          <a:xfrm>
            <a:off x="7509170" y="2215431"/>
            <a:ext cx="825867" cy="369332"/>
          </a:xfrm>
          <a:prstGeom prst="rect">
            <a:avLst/>
          </a:prstGeom>
          <a:noFill/>
        </p:spPr>
        <p:txBody>
          <a:bodyPr wrap="none" rtlCol="0">
            <a:spAutoFit/>
          </a:bodyPr>
          <a:lstStyle/>
          <a:p>
            <a:r>
              <a:rPr lang="en-US" altLang="zh-CN" baseline="0" dirty="0">
                <a:latin typeface="Arial" panose="020B0604020202020204" pitchFamily="34" charset="0"/>
                <a:ea typeface="楷体" panose="02010609060101010101" pitchFamily="49" charset="-122"/>
              </a:rPr>
              <a:t>Email:</a:t>
            </a:r>
            <a:endParaRPr lang="en-US" baseline="0" dirty="0">
              <a:latin typeface="Arial" panose="020B0604020202020204" pitchFamily="34" charset="0"/>
              <a:ea typeface="楷体" panose="02010609060101010101" pitchFamily="49" charset="-122"/>
            </a:endParaRPr>
          </a:p>
        </p:txBody>
      </p:sp>
      <p:sp>
        <p:nvSpPr>
          <p:cNvPr id="21" name="Text Placeholder 29"/>
          <p:cNvSpPr>
            <a:spLocks noGrp="1"/>
          </p:cNvSpPr>
          <p:nvPr>
            <p:ph type="body" sz="quarter" idx="13" hasCustomPrompt="1"/>
          </p:nvPr>
        </p:nvSpPr>
        <p:spPr>
          <a:xfrm>
            <a:off x="8300942" y="2230888"/>
            <a:ext cx="3118199" cy="338419"/>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altLang="zh-CN" dirty="0"/>
              <a:t>xxx.xxx@xxx.com</a:t>
            </a:r>
            <a:endParaRPr lang="en-US" dirty="0"/>
          </a:p>
        </p:txBody>
      </p:sp>
      <p:pic>
        <p:nvPicPr>
          <p:cNvPr id="22" name="Graphic 21" descr="Email with solid fill"/>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067952" y="2179488"/>
            <a:ext cx="441218" cy="44121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9" name="Text Placeholder 28"/>
          <p:cNvSpPr>
            <a:spLocks noGrp="1"/>
          </p:cNvSpPr>
          <p:nvPr>
            <p:ph type="body" sz="quarter" idx="10" hasCustomPrompt="1"/>
          </p:nvPr>
        </p:nvSpPr>
        <p:spPr>
          <a:xfrm>
            <a:off x="838200" y="996282"/>
            <a:ext cx="4677229"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anchor="ctr">
            <a:normAutofit/>
          </a:bodyPr>
          <a:lstStyle>
            <a:lvl1pPr marL="0" indent="0">
              <a:buFont typeface="Arial" panose="020B0604020202020204" pitchFamily="34" charset="0"/>
              <a:buNone/>
              <a:defRPr sz="2400" baseline="0">
                <a:latin typeface="Arial" panose="020B0604020202020204" pitchFamily="34" charset="0"/>
                <a:ea typeface="楷体" panose="02010609060101010101" pitchFamily="49" charset="-122"/>
              </a:defRPr>
            </a:lvl1pPr>
          </a:lstStyle>
          <a:p>
            <a:pPr lvl="0"/>
            <a:r>
              <a:rPr lang="en-US" dirty="0"/>
              <a:t>请输入本页主题</a:t>
            </a:r>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6D61D35-667D-4D0F-A65E-68C22ECA5235}" type="datetime1">
              <a:rPr lang="en-US" smtClean="0"/>
              <a:t>4/14/2026</a:t>
            </a:fld>
            <a:endParaRPr lang="en-US" dirty="0"/>
          </a:p>
        </p:txBody>
      </p:sp>
      <p:sp>
        <p:nvSpPr>
          <p:cNvPr id="3" name="页脚占位符 2"/>
          <p:cNvSpPr>
            <a:spLocks noGrp="1"/>
          </p:cNvSpPr>
          <p:nvPr>
            <p:ph type="ftr" sz="quarter" idx="11"/>
          </p:nvPr>
        </p:nvSpPr>
        <p:spPr/>
        <p:txBody>
          <a:bodyPr/>
          <a:lstStyle/>
          <a:p>
            <a:endParaRPr lang="en-US" dirty="0"/>
          </a:p>
        </p:txBody>
      </p:sp>
      <p:sp>
        <p:nvSpPr>
          <p:cNvPr id="4" name="灯片编号占位符 3"/>
          <p:cNvSpPr>
            <a:spLocks noGrp="1"/>
          </p:cNvSpPr>
          <p:nvPr>
            <p:ph type="sldNum" sz="quarter" idx="12"/>
          </p:nvPr>
        </p:nvSpPr>
        <p:spPr/>
        <p:txBody>
          <a:bodyPr/>
          <a:lstStyle/>
          <a:p>
            <a:fld id="{8D48AAE3-8C0E-48A8-B421-1F15F8D19339}"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9" name="Text Placeholder 28"/>
          <p:cNvSpPr>
            <a:spLocks noGrp="1"/>
          </p:cNvSpPr>
          <p:nvPr>
            <p:ph type="body" sz="quarter" idx="10" hasCustomPrompt="1"/>
          </p:nvPr>
        </p:nvSpPr>
        <p:spPr>
          <a:xfrm>
            <a:off x="838200" y="996282"/>
            <a:ext cx="4677229"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anchor="ctr">
            <a:normAutofit/>
          </a:bodyPr>
          <a:lstStyle>
            <a:lvl1pPr marL="0" indent="0">
              <a:buNone/>
              <a:defRPr sz="2400" baseline="0">
                <a:latin typeface="Arial" panose="020B0604020202020204" pitchFamily="34" charset="0"/>
                <a:ea typeface="楷体" panose="02010609060101010101" pitchFamily="49" charset="-122"/>
              </a:defRPr>
            </a:lvl1pPr>
          </a:lstStyle>
          <a:p>
            <a:pPr lvl="0"/>
            <a:r>
              <a:rPr lang="en-US" dirty="0"/>
              <a:t>请输入本页主题</a:t>
            </a:r>
          </a:p>
        </p:txBody>
      </p:sp>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58640" y="887922"/>
            <a:ext cx="588692" cy="588692"/>
          </a:xfrm>
          <a:prstGeom prst="rect">
            <a:avLst/>
          </a:prstGeom>
        </p:spPr>
      </p:pic>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_title_two_col">
    <p:bg>
      <p:bgRef idx="1001">
        <a:schemeClr val="bg1"/>
      </p:bgRef>
    </p:bg>
    <p:spTree>
      <p:nvGrpSpPr>
        <p:cNvPr id="1" name=""/>
        <p:cNvGrpSpPr/>
        <p:nvPr/>
      </p:nvGrpSpPr>
      <p:grpSpPr>
        <a:xfrm>
          <a:off x="0" y="0"/>
          <a:ext cx="0" cy="0"/>
          <a:chOff x="0" y="0"/>
          <a:chExt cx="0" cy="0"/>
        </a:xfrm>
      </p:grpSpPr>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44126" y="858894"/>
            <a:ext cx="588692" cy="588692"/>
          </a:xfrm>
          <a:prstGeom prst="rect">
            <a:avLst/>
          </a:prstGeom>
        </p:spPr>
      </p:pic>
      <p:sp>
        <p:nvSpPr>
          <p:cNvPr id="3" name="Content Placeholder 2"/>
          <p:cNvSpPr>
            <a:spLocks noGrp="1"/>
          </p:cNvSpPr>
          <p:nvPr>
            <p:ph sz="quarter" idx="11"/>
          </p:nvPr>
        </p:nvSpPr>
        <p:spPr>
          <a:xfrm>
            <a:off x="100584" y="1496749"/>
            <a:ext cx="5852541" cy="4996125"/>
          </a:xfrm>
          <a:prstGeom prst="rect">
            <a:avLst/>
          </a:prstGeom>
        </p:spPr>
        <p:txBody>
          <a:bodyPr/>
          <a:lstStyle>
            <a:lvl1pPr>
              <a:defRPr baseline="0">
                <a:latin typeface="Calibri" panose="020F0502020204030204" pitchFamily="34" charset="0"/>
                <a:ea typeface="楷体" panose="02010609060101010101" pitchFamily="49" charset="-122"/>
                <a:cs typeface="Calibri" panose="020F0502020204030204" pitchFamily="34" charset="0"/>
              </a:defRPr>
            </a:lvl1pPr>
            <a:lvl2pPr>
              <a:defRPr baseline="0">
                <a:latin typeface="Calibri" panose="020F0502020204030204" pitchFamily="34" charset="0"/>
                <a:ea typeface="楷体" panose="02010609060101010101" pitchFamily="49" charset="-122"/>
                <a:cs typeface="Calibri" panose="020F0502020204030204" pitchFamily="34" charset="0"/>
              </a:defRPr>
            </a:lvl2pPr>
            <a:lvl3pPr>
              <a:defRPr baseline="0">
                <a:latin typeface="Calibri" panose="020F0502020204030204" pitchFamily="34" charset="0"/>
                <a:ea typeface="楷体" panose="02010609060101010101" pitchFamily="49" charset="-122"/>
                <a:cs typeface="Calibri" panose="020F0502020204030204" pitchFamily="34" charset="0"/>
              </a:defRPr>
            </a:lvl3pPr>
            <a:lvl4pPr>
              <a:defRPr baseline="0">
                <a:latin typeface="Calibri" panose="020F0502020204030204" pitchFamily="34" charset="0"/>
                <a:ea typeface="楷体" panose="02010609060101010101" pitchFamily="49" charset="-122"/>
                <a:cs typeface="Calibri" panose="020F0502020204030204" pitchFamily="34" charset="0"/>
              </a:defRPr>
            </a:lvl4pPr>
            <a:lvl5pPr>
              <a:defRPr baseline="0">
                <a:latin typeface="Calibri" panose="020F0502020204030204" pitchFamily="34" charset="0"/>
                <a:ea typeface="楷体" panose="02010609060101010101" pitchFamily="49" charset="-122"/>
                <a:cs typeface="Calibri" panose="020F05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2"/>
          <p:cNvSpPr>
            <a:spLocks noGrp="1"/>
          </p:cNvSpPr>
          <p:nvPr>
            <p:ph sz="quarter" idx="12"/>
          </p:nvPr>
        </p:nvSpPr>
        <p:spPr>
          <a:xfrm>
            <a:off x="6162675" y="1498073"/>
            <a:ext cx="5928741" cy="4994801"/>
          </a:xfrm>
          <a:prstGeom prst="rect">
            <a:avLst/>
          </a:prstGeom>
        </p:spPr>
        <p:txBody>
          <a:bodyPr vert="horz" lIns="91440" tIns="45720" rIns="91440" bIns="45720" rtlCol="0">
            <a:normAutofit/>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Date Placeholder 11"/>
          <p:cNvSpPr>
            <a:spLocks noGrp="1"/>
          </p:cNvSpPr>
          <p:nvPr>
            <p:ph type="dt" sz="half" idx="13"/>
          </p:nvPr>
        </p:nvSpPr>
        <p:spPr/>
        <p:txBody>
          <a:bodyPr/>
          <a:lstStyle/>
          <a:p>
            <a:fld id="{CB34F67D-D907-4554-A25E-CD6F1AB99E36}" type="datetime1">
              <a:rPr lang="en-US" smtClean="0"/>
              <a:t>4/14/2026</a:t>
            </a:fld>
            <a:endParaRPr lang="en-US" dirty="0"/>
          </a:p>
        </p:txBody>
      </p:sp>
      <p:sp>
        <p:nvSpPr>
          <p:cNvPr id="13" name="Footer Placeholder 12"/>
          <p:cNvSpPr>
            <a:spLocks noGrp="1"/>
          </p:cNvSpPr>
          <p:nvPr>
            <p:ph type="ftr" sz="quarter" idx="14"/>
          </p:nvPr>
        </p:nvSpPr>
        <p:spPr/>
        <p:txBody>
          <a:bodyPr/>
          <a:lstStyle/>
          <a:p>
            <a:endParaRPr lang="en-US" dirty="0"/>
          </a:p>
        </p:txBody>
      </p:sp>
      <p:sp>
        <p:nvSpPr>
          <p:cNvPr id="14" name="Slide Number Placeholder 13"/>
          <p:cNvSpPr>
            <a:spLocks noGrp="1"/>
          </p:cNvSpPr>
          <p:nvPr>
            <p:ph type="sldNum" sz="quarter" idx="15"/>
          </p:nvPr>
        </p:nvSpPr>
        <p:spPr/>
        <p:txBody>
          <a:bodyPr/>
          <a:lstStyle/>
          <a:p>
            <a:fld id="{8D48AAE3-8C0E-48A8-B421-1F15F8D19339}" type="slidenum">
              <a:rPr lang="en-US" smtClean="0"/>
              <a:t>‹#›</a:t>
            </a:fld>
            <a:endParaRPr lang="en-US" dirty="0"/>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
        <p:nvSpPr>
          <p:cNvPr id="5" name="Text Placeholder 28"/>
          <p:cNvSpPr>
            <a:spLocks noGrp="1"/>
          </p:cNvSpPr>
          <p:nvPr>
            <p:ph type="body" sz="quarter" idx="10" hasCustomPrompt="1"/>
          </p:nvPr>
        </p:nvSpPr>
        <p:spPr>
          <a:xfrm>
            <a:off x="838200" y="942102"/>
            <a:ext cx="4836886"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400" dirty="0">
                <a:latin typeface="Arial" panose="020B0604020202020204" pitchFamily="34" charset="0"/>
                <a:ea typeface="楷体" panose="02010609060101010101" pitchFamily="49" charset="-122"/>
              </a:defRPr>
            </a:lvl1pPr>
          </a:lstStyle>
          <a:p>
            <a:pPr marL="0" lvl="0" indent="0">
              <a:buNone/>
            </a:pPr>
            <a:r>
              <a:rPr lang="en-US" dirty="0"/>
              <a:t>请输入本页主题</a:t>
            </a:r>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_title_one_col">
    <p:spTree>
      <p:nvGrpSpPr>
        <p:cNvPr id="1" name=""/>
        <p:cNvGrpSpPr/>
        <p:nvPr/>
      </p:nvGrpSpPr>
      <p:grpSpPr>
        <a:xfrm>
          <a:off x="0" y="0"/>
          <a:ext cx="0" cy="0"/>
          <a:chOff x="0" y="0"/>
          <a:chExt cx="0" cy="0"/>
        </a:xfrm>
      </p:grpSpPr>
      <p:sp>
        <p:nvSpPr>
          <p:cNvPr id="23"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
        <p:nvSpPr>
          <p:cNvPr id="29" name="Text Placeholder 28"/>
          <p:cNvSpPr>
            <a:spLocks noGrp="1"/>
          </p:cNvSpPr>
          <p:nvPr>
            <p:ph type="body" sz="quarter" idx="10" hasCustomPrompt="1"/>
          </p:nvPr>
        </p:nvSpPr>
        <p:spPr>
          <a:xfrm>
            <a:off x="838200" y="942102"/>
            <a:ext cx="4401457"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400" dirty="0">
                <a:latin typeface="Arial" panose="020B0604020202020204" pitchFamily="34" charset="0"/>
                <a:ea typeface="楷体" panose="02010609060101010101" pitchFamily="49" charset="-122"/>
              </a:defRPr>
            </a:lvl1pPr>
          </a:lstStyle>
          <a:p>
            <a:pPr marL="0" lvl="0" indent="0">
              <a:buNone/>
            </a:pPr>
            <a:r>
              <a:rPr lang="en-US" dirty="0"/>
              <a:t>请输入本页主题</a:t>
            </a:r>
          </a:p>
        </p:txBody>
      </p:sp>
      <p:pic>
        <p:nvPicPr>
          <p:cNvPr id="6" name="Graphic 5" descr="Books with solid fill"/>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0584" y="858894"/>
            <a:ext cx="588692" cy="588692"/>
          </a:xfrm>
          <a:prstGeom prst="rect">
            <a:avLst/>
          </a:prstGeom>
        </p:spPr>
      </p:pic>
      <p:sp>
        <p:nvSpPr>
          <p:cNvPr id="3" name="Content Placeholder 2"/>
          <p:cNvSpPr>
            <a:spLocks noGrp="1"/>
          </p:cNvSpPr>
          <p:nvPr>
            <p:ph sz="quarter" idx="11"/>
          </p:nvPr>
        </p:nvSpPr>
        <p:spPr>
          <a:xfrm>
            <a:off x="100584" y="1468174"/>
            <a:ext cx="11977116" cy="50247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2"/>
          </p:nvPr>
        </p:nvSpPr>
        <p:spPr/>
        <p:txBody>
          <a:bodyPr/>
          <a:lstStyle/>
          <a:p>
            <a:fld id="{935DB856-FA61-438D-B8FF-833442EB196E}" type="datetime1">
              <a:rPr lang="en-US" smtClean="0"/>
              <a:t>4/14/2026</a:t>
            </a:fld>
            <a:endParaRPr lang="en-US"/>
          </a:p>
        </p:txBody>
      </p:sp>
      <p:sp>
        <p:nvSpPr>
          <p:cNvPr id="5" name="Footer Placeholder 4"/>
          <p:cNvSpPr>
            <a:spLocks noGrp="1"/>
          </p:cNvSpPr>
          <p:nvPr>
            <p:ph type="ftr" sz="quarter" idx="13"/>
          </p:nvPr>
        </p:nvSpPr>
        <p:spPr/>
        <p:txBody>
          <a:bodyPr/>
          <a:lstStyle/>
          <a:p>
            <a:endParaRPr lang="en-US" dirty="0"/>
          </a:p>
        </p:txBody>
      </p:sp>
      <p:sp>
        <p:nvSpPr>
          <p:cNvPr id="7" name="Slide Number Placeholder 6"/>
          <p:cNvSpPr>
            <a:spLocks noGrp="1"/>
          </p:cNvSpPr>
          <p:nvPr>
            <p:ph type="sldNum" sz="quarter" idx="14"/>
          </p:nvPr>
        </p:nvSpPr>
        <p:spPr/>
        <p:txBody>
          <a:bodyPr/>
          <a:lstStyle/>
          <a:p>
            <a:fld id="{8D48AAE3-8C0E-48A8-B421-1F15F8D19339}" type="slidenum">
              <a:rPr lang="en-US" smtClean="0"/>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_one Column">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66675" y="952501"/>
            <a:ext cx="12058650" cy="5540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1"/>
          </p:nvPr>
        </p:nvSpPr>
        <p:spPr/>
        <p:txBody>
          <a:bodyPr/>
          <a:lstStyle/>
          <a:p>
            <a:fld id="{34F84336-3BFA-41E0-B246-517C3363D592}" type="datetime1">
              <a:rPr lang="en-US" smtClean="0"/>
              <a:t>4/14/2026</a:t>
            </a:fld>
            <a:endParaRPr lang="en-US" dirty="0"/>
          </a:p>
        </p:txBody>
      </p:sp>
      <p:sp>
        <p:nvSpPr>
          <p:cNvPr id="5" name="Footer Placeholder 4"/>
          <p:cNvSpPr>
            <a:spLocks noGrp="1"/>
          </p:cNvSpPr>
          <p:nvPr>
            <p:ph type="ftr" sz="quarter" idx="12"/>
          </p:nvPr>
        </p:nvSpPr>
        <p:spPr/>
        <p:txBody>
          <a:bodyPr/>
          <a:lstStyle/>
          <a:p>
            <a:endParaRPr lang="en-US" dirty="0"/>
          </a:p>
        </p:txBody>
      </p:sp>
      <p:sp>
        <p:nvSpPr>
          <p:cNvPr id="6" name="Slide Number Placeholder 5"/>
          <p:cNvSpPr>
            <a:spLocks noGrp="1"/>
          </p:cNvSpPr>
          <p:nvPr>
            <p:ph type="sldNum" sz="quarter" idx="13"/>
          </p:nvPr>
        </p:nvSpPr>
        <p:spPr/>
        <p:txBody>
          <a:bodyPr/>
          <a:lstStyle/>
          <a:p>
            <a:fld id="{8D48AAE3-8C0E-48A8-B421-1F15F8D19339}" type="slidenum">
              <a:rPr lang="en-US" smtClean="0"/>
              <a:t>‹#›</a:t>
            </a:fld>
            <a:endParaRPr lang="en-US" dirty="0"/>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_Two_Column">
    <p:spTree>
      <p:nvGrpSpPr>
        <p:cNvPr id="1" name=""/>
        <p:cNvGrpSpPr/>
        <p:nvPr/>
      </p:nvGrpSpPr>
      <p:grpSpPr>
        <a:xfrm>
          <a:off x="0" y="0"/>
          <a:ext cx="0" cy="0"/>
          <a:chOff x="0" y="0"/>
          <a:chExt cx="0" cy="0"/>
        </a:xfrm>
      </p:grpSpPr>
      <p:sp>
        <p:nvSpPr>
          <p:cNvPr id="3" name="Content Placeholder 2"/>
          <p:cNvSpPr>
            <a:spLocks noGrp="1"/>
          </p:cNvSpPr>
          <p:nvPr>
            <p:ph sz="quarter" idx="10"/>
          </p:nvPr>
        </p:nvSpPr>
        <p:spPr>
          <a:xfrm>
            <a:off x="66675" y="952501"/>
            <a:ext cx="5943600" cy="55403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1"/>
          </p:nvPr>
        </p:nvSpPr>
        <p:spPr/>
        <p:txBody>
          <a:bodyPr/>
          <a:lstStyle/>
          <a:p>
            <a:fld id="{C505024C-FC83-4A0B-92DC-245D35BA0A2F}" type="datetime1">
              <a:rPr lang="en-US" smtClean="0"/>
              <a:t>4/14/2026</a:t>
            </a:fld>
            <a:endParaRPr lang="en-US" dirty="0"/>
          </a:p>
        </p:txBody>
      </p:sp>
      <p:sp>
        <p:nvSpPr>
          <p:cNvPr id="5" name="Footer Placeholder 4"/>
          <p:cNvSpPr>
            <a:spLocks noGrp="1"/>
          </p:cNvSpPr>
          <p:nvPr>
            <p:ph type="ftr" sz="quarter" idx="12"/>
          </p:nvPr>
        </p:nvSpPr>
        <p:spPr/>
        <p:txBody>
          <a:bodyPr/>
          <a:lstStyle/>
          <a:p>
            <a:endParaRPr lang="en-US" dirty="0"/>
          </a:p>
        </p:txBody>
      </p:sp>
      <p:sp>
        <p:nvSpPr>
          <p:cNvPr id="6" name="Slide Number Placeholder 5"/>
          <p:cNvSpPr>
            <a:spLocks noGrp="1"/>
          </p:cNvSpPr>
          <p:nvPr>
            <p:ph type="sldNum" sz="quarter" idx="13"/>
          </p:nvPr>
        </p:nvSpPr>
        <p:spPr/>
        <p:txBody>
          <a:bodyPr/>
          <a:lstStyle/>
          <a:p>
            <a:fld id="{8D48AAE3-8C0E-48A8-B421-1F15F8D19339}" type="slidenum">
              <a:rPr lang="en-US" smtClean="0"/>
              <a:t>‹#›</a:t>
            </a:fld>
            <a:endParaRPr lang="en-US" dirty="0"/>
          </a:p>
        </p:txBody>
      </p:sp>
      <p:sp>
        <p:nvSpPr>
          <p:cNvPr id="2" name="Content Placeholder 2"/>
          <p:cNvSpPr>
            <a:spLocks noGrp="1"/>
          </p:cNvSpPr>
          <p:nvPr>
            <p:ph sz="quarter" idx="14"/>
          </p:nvPr>
        </p:nvSpPr>
        <p:spPr>
          <a:xfrm>
            <a:off x="6181724" y="952501"/>
            <a:ext cx="5943600" cy="55403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封面_中文">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7822" y="1996236"/>
            <a:ext cx="9144000" cy="1164424"/>
          </a:xfrm>
          <a:prstGeom prst="rect">
            <a:avLst/>
          </a:prstGeom>
        </p:spPr>
        <p:txBody>
          <a:bodyPr anchor="b"/>
          <a:lstStyle>
            <a:lvl1pPr algn="ctr">
              <a:defRPr sz="6000" baseline="0">
                <a:latin typeface="Arial" panose="020B0604020202020204" pitchFamily="34" charset="0"/>
                <a:ea typeface="楷体" panose="02010609060101010101" pitchFamily="49" charset="-122"/>
              </a:defRPr>
            </a:lvl1pPr>
          </a:lstStyle>
          <a:p>
            <a:r>
              <a:rPr lang="zh-CN" altLang="en-US" dirty="0"/>
              <a:t>请输入你的</a:t>
            </a:r>
            <a:r>
              <a:rPr lang="en-US" dirty="0"/>
              <a:t>报告主题</a:t>
            </a:r>
          </a:p>
        </p:txBody>
      </p:sp>
      <p:sp>
        <p:nvSpPr>
          <p:cNvPr id="12" name="Freeform 16"/>
          <p:cNvSpPr/>
          <p:nvPr userDrawn="1"/>
        </p:nvSpPr>
        <p:spPr bwMode="auto">
          <a:xfrm>
            <a:off x="-20951" y="-1"/>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pPr lvl="0"/>
            <a:endParaRPr lang="zh-CN" altLang="en-US">
              <a:solidFill>
                <a:schemeClr val="accent5">
                  <a:lumMod val="75000"/>
                </a:schemeClr>
              </a:solidFill>
            </a:endParaRPr>
          </a:p>
        </p:txBody>
      </p:sp>
      <p:sp>
        <p:nvSpPr>
          <p:cNvPr id="13" name="Freeform 17"/>
          <p:cNvSpPr/>
          <p:nvPr userDrawn="1"/>
        </p:nvSpPr>
        <p:spPr bwMode="auto">
          <a:xfrm>
            <a:off x="-8594" y="-1"/>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pPr lvl="0"/>
            <a:endParaRPr lang="zh-CN" altLang="en-US">
              <a:solidFill>
                <a:srgbClr val="0C3877"/>
              </a:solidFill>
            </a:endParaRPr>
          </a:p>
        </p:txBody>
      </p:sp>
      <p:sp>
        <p:nvSpPr>
          <p:cNvPr id="16" name="Freeform 16"/>
          <p:cNvSpPr/>
          <p:nvPr userDrawn="1"/>
        </p:nvSpPr>
        <p:spPr bwMode="auto">
          <a:xfrm rot="10800000">
            <a:off x="9787728" y="1965469"/>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endParaRPr lang="zh-CN" altLang="en-US"/>
          </a:p>
        </p:txBody>
      </p:sp>
      <p:sp>
        <p:nvSpPr>
          <p:cNvPr id="17" name="Freeform 17"/>
          <p:cNvSpPr/>
          <p:nvPr userDrawn="1"/>
        </p:nvSpPr>
        <p:spPr bwMode="auto">
          <a:xfrm rot="10800000">
            <a:off x="9779134" y="4470400"/>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cxnSp>
        <p:nvCxnSpPr>
          <p:cNvPr id="20" name="直接连接符 22"/>
          <p:cNvCxnSpPr/>
          <p:nvPr userDrawn="1"/>
        </p:nvCxnSpPr>
        <p:spPr>
          <a:xfrm>
            <a:off x="2326408" y="3258139"/>
            <a:ext cx="7641772" cy="0"/>
          </a:xfrm>
          <a:prstGeom prst="line">
            <a:avLst/>
          </a:prstGeom>
          <a:ln w="19050">
            <a:solidFill>
              <a:srgbClr val="0C3877"/>
            </a:solidFill>
          </a:ln>
        </p:spPr>
        <p:style>
          <a:lnRef idx="1">
            <a:schemeClr val="dk1"/>
          </a:lnRef>
          <a:fillRef idx="0">
            <a:schemeClr val="dk1"/>
          </a:fillRef>
          <a:effectRef idx="0">
            <a:schemeClr val="dk1"/>
          </a:effectRef>
          <a:fontRef idx="minor">
            <a:schemeClr val="tx1"/>
          </a:fontRef>
        </p:style>
      </p:cxnSp>
      <p:sp>
        <p:nvSpPr>
          <p:cNvPr id="24" name="矩形: 圆角 15"/>
          <p:cNvSpPr/>
          <p:nvPr userDrawn="1"/>
        </p:nvSpPr>
        <p:spPr>
          <a:xfrm>
            <a:off x="4251838" y="3539794"/>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27" name="Graphic 26" descr="Use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86546" y="3539794"/>
            <a:ext cx="423645" cy="423645"/>
          </a:xfrm>
          <a:prstGeom prst="rect">
            <a:avLst/>
          </a:prstGeom>
        </p:spPr>
      </p:pic>
      <p:sp>
        <p:nvSpPr>
          <p:cNvPr id="28" name="TextBox 27"/>
          <p:cNvSpPr txBox="1"/>
          <p:nvPr userDrawn="1"/>
        </p:nvSpPr>
        <p:spPr>
          <a:xfrm>
            <a:off x="4800590" y="3566950"/>
            <a:ext cx="1325880" cy="368300"/>
          </a:xfrm>
          <a:prstGeom prst="rect">
            <a:avLst/>
          </a:prstGeom>
          <a:noFill/>
        </p:spPr>
        <p:txBody>
          <a:bodyPr wrap="none" rtlCol="0">
            <a:spAutoFit/>
          </a:bodyPr>
          <a:lstStyle/>
          <a:p>
            <a:r>
              <a:rPr lang="zh-CN" altLang="en-US">
                <a:latin typeface="楷体" panose="02010609060101010101" pitchFamily="49" charset="-122"/>
                <a:ea typeface="楷体" panose="02010609060101010101" pitchFamily="49" charset="-122"/>
              </a:rPr>
              <a:t>学生姓名：</a:t>
            </a:r>
            <a:endParaRPr lang="en-US">
              <a:latin typeface="楷体" panose="02010609060101010101" pitchFamily="49" charset="-122"/>
              <a:ea typeface="楷体" panose="02010609060101010101" pitchFamily="49" charset="-122"/>
            </a:endParaRPr>
          </a:p>
        </p:txBody>
      </p:sp>
      <p:sp>
        <p:nvSpPr>
          <p:cNvPr id="30" name="Text Placeholder 29"/>
          <p:cNvSpPr>
            <a:spLocks noGrp="1"/>
          </p:cNvSpPr>
          <p:nvPr>
            <p:ph type="body" sz="quarter" idx="10" hasCustomPrompt="1"/>
          </p:nvPr>
        </p:nvSpPr>
        <p:spPr>
          <a:xfrm>
            <a:off x="6126410" y="3596130"/>
            <a:ext cx="1107996" cy="340152"/>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en-US"/>
              <a:t>姓名</a:t>
            </a:r>
          </a:p>
        </p:txBody>
      </p:sp>
      <p:sp>
        <p:nvSpPr>
          <p:cNvPr id="3" name="矩形: 圆角 15"/>
          <p:cNvSpPr/>
          <p:nvPr userDrawn="1"/>
        </p:nvSpPr>
        <p:spPr>
          <a:xfrm>
            <a:off x="4298950" y="4219575"/>
            <a:ext cx="3274060" cy="435610"/>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5" name="TextBox 4"/>
          <p:cNvSpPr txBox="1"/>
          <p:nvPr userDrawn="1"/>
        </p:nvSpPr>
        <p:spPr>
          <a:xfrm>
            <a:off x="4800715" y="4243773"/>
            <a:ext cx="1325880" cy="368300"/>
          </a:xfrm>
          <a:prstGeom prst="rect">
            <a:avLst/>
          </a:prstGeom>
          <a:noFill/>
        </p:spPr>
        <p:txBody>
          <a:bodyPr wrap="none" rtlCol="0">
            <a:spAutoFit/>
          </a:bodyPr>
          <a:lstStyle/>
          <a:p>
            <a:r>
              <a:rPr lang="zh-CN" altLang="en-US">
                <a:latin typeface="楷体" panose="02010609060101010101" pitchFamily="49" charset="-122"/>
                <a:ea typeface="楷体" panose="02010609060101010101" pitchFamily="49" charset="-122"/>
              </a:rPr>
              <a:t>指导老师：</a:t>
            </a:r>
            <a:endParaRPr lang="en-US">
              <a:latin typeface="楷体" panose="02010609060101010101" pitchFamily="49" charset="-122"/>
              <a:ea typeface="楷体" panose="02010609060101010101" pitchFamily="49" charset="-122"/>
            </a:endParaRPr>
          </a:p>
        </p:txBody>
      </p:sp>
      <p:sp>
        <p:nvSpPr>
          <p:cNvPr id="6" name="Text Placeholder 29"/>
          <p:cNvSpPr>
            <a:spLocks noGrp="1"/>
          </p:cNvSpPr>
          <p:nvPr>
            <p:ph type="body" sz="quarter" idx="11" hasCustomPrompt="1"/>
          </p:nvPr>
        </p:nvSpPr>
        <p:spPr>
          <a:xfrm>
            <a:off x="6126480" y="4274185"/>
            <a:ext cx="1108075" cy="338455"/>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zh-CN" altLang="en-US"/>
              <a:t>邮件地址</a:t>
            </a:r>
            <a:endParaRPr lang="en-US"/>
          </a:p>
        </p:txBody>
      </p:sp>
      <p:pic>
        <p:nvPicPr>
          <p:cNvPr id="4" name="Graphic 3" descr="Email with solid fill"/>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5669" y="4161625"/>
            <a:ext cx="441218" cy="441218"/>
          </a:xfrm>
          <a:prstGeom prst="rect">
            <a:avLst/>
          </a:prstGeom>
        </p:spPr>
      </p:pic>
      <p:pic>
        <p:nvPicPr>
          <p:cNvPr id="7" name="Picture 6" descr="A picture containing scatter chart&#10;&#10;Description automatically generated"/>
          <p:cNvPicPr>
            <a:picLocks noChangeAspect="1"/>
          </p:cNvPicPr>
          <p:nvPr userDrawn="1"/>
        </p:nvPicPr>
        <p:blipFill rotWithShape="1">
          <a:blip r:embed="rId4"/>
          <a:srcRect r="73610"/>
          <a:stretch>
            <a:fillRect/>
          </a:stretch>
        </p:blipFill>
        <p:spPr>
          <a:xfrm>
            <a:off x="5028850" y="164818"/>
            <a:ext cx="1759472" cy="1690591"/>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_en">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517822" y="1965468"/>
            <a:ext cx="9144000" cy="1195191"/>
          </a:xfrm>
          <a:prstGeom prst="rect">
            <a:avLst/>
          </a:prstGeom>
        </p:spPr>
        <p:txBody>
          <a:bodyPr anchor="b"/>
          <a:lstStyle>
            <a:lvl1pPr algn="ctr">
              <a:defRPr sz="6000" baseline="0">
                <a:latin typeface="Arial" panose="020B0604020202020204" pitchFamily="34" charset="0"/>
                <a:ea typeface="楷体" panose="02010609060101010101" pitchFamily="49" charset="-122"/>
              </a:defRPr>
            </a:lvl1pPr>
          </a:lstStyle>
          <a:p>
            <a:r>
              <a:rPr lang="en-US" dirty="0"/>
              <a:t>Your Presentation Title</a:t>
            </a:r>
          </a:p>
        </p:txBody>
      </p:sp>
      <p:sp>
        <p:nvSpPr>
          <p:cNvPr id="12" name="Freeform 16"/>
          <p:cNvSpPr/>
          <p:nvPr userDrawn="1"/>
        </p:nvSpPr>
        <p:spPr bwMode="auto">
          <a:xfrm>
            <a:off x="-20951" y="-1"/>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pPr lvl="0"/>
            <a:endParaRPr lang="zh-CN" altLang="en-US">
              <a:solidFill>
                <a:schemeClr val="accent5">
                  <a:lumMod val="75000"/>
                </a:schemeClr>
              </a:solidFill>
            </a:endParaRPr>
          </a:p>
        </p:txBody>
      </p:sp>
      <p:sp>
        <p:nvSpPr>
          <p:cNvPr id="13" name="Freeform 17"/>
          <p:cNvSpPr/>
          <p:nvPr userDrawn="1"/>
        </p:nvSpPr>
        <p:spPr bwMode="auto">
          <a:xfrm>
            <a:off x="-8594" y="-1"/>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pPr lvl="0"/>
            <a:endParaRPr lang="zh-CN" altLang="en-US">
              <a:solidFill>
                <a:srgbClr val="0C3877"/>
              </a:solidFill>
            </a:endParaRPr>
          </a:p>
        </p:txBody>
      </p:sp>
      <p:sp>
        <p:nvSpPr>
          <p:cNvPr id="16" name="Freeform 16"/>
          <p:cNvSpPr/>
          <p:nvPr userDrawn="1"/>
        </p:nvSpPr>
        <p:spPr bwMode="auto">
          <a:xfrm rot="10800000">
            <a:off x="9787728" y="1965469"/>
            <a:ext cx="2425223" cy="4892531"/>
          </a:xfrm>
          <a:custGeom>
            <a:avLst/>
            <a:gdLst>
              <a:gd name="T0" fmla="*/ 0 w 2536"/>
              <a:gd name="T1" fmla="*/ 9 h 6127"/>
              <a:gd name="T2" fmla="*/ 2536 w 2536"/>
              <a:gd name="T3" fmla="*/ 0 h 6127"/>
              <a:gd name="T4" fmla="*/ 25 w 2536"/>
              <a:gd name="T5" fmla="*/ 6127 h 6127"/>
              <a:gd name="T6" fmla="*/ 0 w 2536"/>
              <a:gd name="T7" fmla="*/ 9 h 6127"/>
            </a:gdLst>
            <a:ahLst/>
            <a:cxnLst>
              <a:cxn ang="0">
                <a:pos x="T0" y="T1"/>
              </a:cxn>
              <a:cxn ang="0">
                <a:pos x="T2" y="T3"/>
              </a:cxn>
              <a:cxn ang="0">
                <a:pos x="T4" y="T5"/>
              </a:cxn>
              <a:cxn ang="0">
                <a:pos x="T6" y="T7"/>
              </a:cxn>
            </a:cxnLst>
            <a:rect l="0" t="0" r="r" b="b"/>
            <a:pathLst>
              <a:path w="2536" h="6127">
                <a:moveTo>
                  <a:pt x="0" y="9"/>
                </a:moveTo>
                <a:lnTo>
                  <a:pt x="2536" y="0"/>
                </a:lnTo>
                <a:lnTo>
                  <a:pt x="25" y="6127"/>
                </a:lnTo>
                <a:lnTo>
                  <a:pt x="0" y="9"/>
                </a:lnTo>
                <a:close/>
              </a:path>
            </a:pathLst>
          </a:custGeom>
          <a:solidFill>
            <a:schemeClr val="accent5">
              <a:lumMod val="75000"/>
              <a:alpha val="23529"/>
            </a:schemeClr>
          </a:solidFill>
          <a:ln w="4763" cap="flat">
            <a:noFill/>
            <a:prstDash val="solid"/>
            <a:miter lim="800000"/>
          </a:ln>
        </p:spPr>
        <p:txBody>
          <a:bodyPr vert="horz" wrap="square" lIns="91440" tIns="45720" rIns="91440" bIns="45720" numCol="1" anchor="t" anchorCtr="0" compatLnSpc="1"/>
          <a:lstStyle/>
          <a:p>
            <a:endParaRPr lang="zh-CN" altLang="en-US"/>
          </a:p>
        </p:txBody>
      </p:sp>
      <p:sp>
        <p:nvSpPr>
          <p:cNvPr id="17" name="Freeform 17"/>
          <p:cNvSpPr/>
          <p:nvPr userDrawn="1"/>
        </p:nvSpPr>
        <p:spPr bwMode="auto">
          <a:xfrm rot="10800000">
            <a:off x="9779134" y="4470400"/>
            <a:ext cx="2425223" cy="2387600"/>
          </a:xfrm>
          <a:custGeom>
            <a:avLst/>
            <a:gdLst>
              <a:gd name="T0" fmla="*/ 0 w 2536"/>
              <a:gd name="T1" fmla="*/ 9 h 2988"/>
              <a:gd name="T2" fmla="*/ 2536 w 2536"/>
              <a:gd name="T3" fmla="*/ 0 h 2988"/>
              <a:gd name="T4" fmla="*/ 12 w 2536"/>
              <a:gd name="T5" fmla="*/ 2988 h 2988"/>
              <a:gd name="T6" fmla="*/ 0 w 2536"/>
              <a:gd name="T7" fmla="*/ 9 h 2988"/>
            </a:gdLst>
            <a:ahLst/>
            <a:cxnLst>
              <a:cxn ang="0">
                <a:pos x="T0" y="T1"/>
              </a:cxn>
              <a:cxn ang="0">
                <a:pos x="T2" y="T3"/>
              </a:cxn>
              <a:cxn ang="0">
                <a:pos x="T4" y="T5"/>
              </a:cxn>
              <a:cxn ang="0">
                <a:pos x="T6" y="T7"/>
              </a:cxn>
            </a:cxnLst>
            <a:rect l="0" t="0" r="r" b="b"/>
            <a:pathLst>
              <a:path w="2536" h="2988">
                <a:moveTo>
                  <a:pt x="0" y="9"/>
                </a:moveTo>
                <a:lnTo>
                  <a:pt x="2536" y="0"/>
                </a:lnTo>
                <a:lnTo>
                  <a:pt x="12" y="2988"/>
                </a:lnTo>
                <a:lnTo>
                  <a:pt x="0" y="9"/>
                </a:lnTo>
                <a:close/>
              </a:path>
            </a:pathLst>
          </a:custGeom>
          <a:solidFill>
            <a:srgbClr val="0C3877"/>
          </a:solidFill>
          <a:ln w="4763" cap="flat">
            <a:no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cxnSp>
        <p:nvCxnSpPr>
          <p:cNvPr id="20" name="直接连接符 22"/>
          <p:cNvCxnSpPr/>
          <p:nvPr userDrawn="1"/>
        </p:nvCxnSpPr>
        <p:spPr>
          <a:xfrm>
            <a:off x="2326408" y="3258139"/>
            <a:ext cx="7641772" cy="0"/>
          </a:xfrm>
          <a:prstGeom prst="line">
            <a:avLst/>
          </a:prstGeom>
          <a:ln w="19050">
            <a:solidFill>
              <a:srgbClr val="0C3877"/>
            </a:solidFill>
          </a:ln>
        </p:spPr>
        <p:style>
          <a:lnRef idx="1">
            <a:schemeClr val="dk1"/>
          </a:lnRef>
          <a:fillRef idx="0">
            <a:schemeClr val="dk1"/>
          </a:fillRef>
          <a:effectRef idx="0">
            <a:schemeClr val="dk1"/>
          </a:effectRef>
          <a:fontRef idx="minor">
            <a:schemeClr val="tx1"/>
          </a:fontRef>
        </p:style>
      </p:cxnSp>
      <p:sp>
        <p:nvSpPr>
          <p:cNvPr id="24" name="矩形: 圆角 15"/>
          <p:cNvSpPr/>
          <p:nvPr userDrawn="1"/>
        </p:nvSpPr>
        <p:spPr>
          <a:xfrm>
            <a:off x="4251838" y="3539794"/>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27" name="Graphic 26" descr="Use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386546" y="3539794"/>
            <a:ext cx="423645" cy="423645"/>
          </a:xfrm>
          <a:prstGeom prst="rect">
            <a:avLst/>
          </a:prstGeom>
        </p:spPr>
      </p:pic>
      <p:sp>
        <p:nvSpPr>
          <p:cNvPr id="28" name="TextBox 27"/>
          <p:cNvSpPr txBox="1"/>
          <p:nvPr userDrawn="1"/>
        </p:nvSpPr>
        <p:spPr>
          <a:xfrm>
            <a:off x="4800590" y="3566950"/>
            <a:ext cx="1274708" cy="369332"/>
          </a:xfrm>
          <a:prstGeom prst="rect">
            <a:avLst/>
          </a:prstGeom>
          <a:noFill/>
        </p:spPr>
        <p:txBody>
          <a:bodyPr wrap="none" rtlCol="0">
            <a:spAutoFit/>
          </a:bodyPr>
          <a:lstStyle/>
          <a:p>
            <a:r>
              <a:rPr lang="en-US" baseline="0" dirty="0">
                <a:latin typeface="Arial" panose="020B0604020202020204" pitchFamily="34" charset="0"/>
                <a:ea typeface="楷体" panose="02010609060101010101" pitchFamily="49" charset="-122"/>
              </a:rPr>
              <a:t>Speaker</a:t>
            </a:r>
            <a:r>
              <a:rPr lang="zh-CN" altLang="en-US" baseline="0" dirty="0">
                <a:latin typeface="Arial" panose="020B0604020202020204" pitchFamily="34" charset="0"/>
                <a:ea typeface="楷体" panose="02010609060101010101" pitchFamily="49" charset="-122"/>
              </a:rPr>
              <a:t>：</a:t>
            </a:r>
            <a:endParaRPr lang="en-US" baseline="0" dirty="0">
              <a:latin typeface="Arial" panose="020B0604020202020204" pitchFamily="34" charset="0"/>
              <a:ea typeface="楷体" panose="02010609060101010101" pitchFamily="49" charset="-122"/>
            </a:endParaRPr>
          </a:p>
        </p:txBody>
      </p:sp>
      <p:sp>
        <p:nvSpPr>
          <p:cNvPr id="30" name="Text Placeholder 29"/>
          <p:cNvSpPr>
            <a:spLocks noGrp="1"/>
          </p:cNvSpPr>
          <p:nvPr>
            <p:ph type="body" sz="quarter" idx="10" hasCustomPrompt="1"/>
          </p:nvPr>
        </p:nvSpPr>
        <p:spPr>
          <a:xfrm>
            <a:off x="5916596" y="3596130"/>
            <a:ext cx="1107996" cy="340152"/>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dirty="0"/>
              <a:t>Name</a:t>
            </a:r>
          </a:p>
        </p:txBody>
      </p:sp>
      <p:sp>
        <p:nvSpPr>
          <p:cNvPr id="3" name="矩形: 圆角 15"/>
          <p:cNvSpPr/>
          <p:nvPr userDrawn="1"/>
        </p:nvSpPr>
        <p:spPr>
          <a:xfrm>
            <a:off x="4298953" y="4219792"/>
            <a:ext cx="4749597"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5" name="TextBox 4"/>
          <p:cNvSpPr txBox="1"/>
          <p:nvPr userDrawn="1"/>
        </p:nvSpPr>
        <p:spPr>
          <a:xfrm>
            <a:off x="4836887" y="4227069"/>
            <a:ext cx="825867" cy="369332"/>
          </a:xfrm>
          <a:prstGeom prst="rect">
            <a:avLst/>
          </a:prstGeom>
          <a:noFill/>
        </p:spPr>
        <p:txBody>
          <a:bodyPr wrap="none" rtlCol="0">
            <a:spAutoFit/>
          </a:bodyPr>
          <a:lstStyle/>
          <a:p>
            <a:r>
              <a:rPr lang="en-US" altLang="zh-CN" baseline="0" dirty="0">
                <a:latin typeface="Arial" panose="020B0604020202020204" pitchFamily="34" charset="0"/>
                <a:ea typeface="楷体" panose="02010609060101010101" pitchFamily="49" charset="-122"/>
              </a:rPr>
              <a:t>Email:</a:t>
            </a:r>
            <a:endParaRPr lang="en-US" baseline="0" dirty="0">
              <a:latin typeface="Arial" panose="020B0604020202020204" pitchFamily="34" charset="0"/>
              <a:ea typeface="楷体" panose="02010609060101010101" pitchFamily="49" charset="-122"/>
            </a:endParaRPr>
          </a:p>
        </p:txBody>
      </p:sp>
      <p:sp>
        <p:nvSpPr>
          <p:cNvPr id="6" name="Text Placeholder 29"/>
          <p:cNvSpPr>
            <a:spLocks noGrp="1"/>
          </p:cNvSpPr>
          <p:nvPr>
            <p:ph type="body" sz="quarter" idx="11" hasCustomPrompt="1"/>
          </p:nvPr>
        </p:nvSpPr>
        <p:spPr>
          <a:xfrm>
            <a:off x="5628659" y="4257039"/>
            <a:ext cx="3118199" cy="338419"/>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altLang="zh-CN" dirty="0"/>
              <a:t>xxx.xxx@xxx.com</a:t>
            </a:r>
            <a:endParaRPr lang="en-US" dirty="0"/>
          </a:p>
        </p:txBody>
      </p:sp>
      <p:pic>
        <p:nvPicPr>
          <p:cNvPr id="7" name="Graphic 6" descr="Email with solid fill"/>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395669" y="4161625"/>
            <a:ext cx="441218" cy="441218"/>
          </a:xfrm>
          <a:prstGeom prst="rect">
            <a:avLst/>
          </a:prstGeom>
        </p:spPr>
      </p:pic>
      <p:pic>
        <p:nvPicPr>
          <p:cNvPr id="4" name="Picture 3" descr="A picture containing scatter chart&#10;&#10;Description automatically generated"/>
          <p:cNvPicPr>
            <a:picLocks noChangeAspect="1"/>
          </p:cNvPicPr>
          <p:nvPr userDrawn="1"/>
        </p:nvPicPr>
        <p:blipFill rotWithShape="1">
          <a:blip r:embed="rId4"/>
          <a:srcRect r="73610"/>
          <a:stretch>
            <a:fillRect/>
          </a:stretch>
        </p:blipFill>
        <p:spPr>
          <a:xfrm>
            <a:off x="5028850" y="164818"/>
            <a:ext cx="1759472" cy="1690591"/>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目录页">
    <p:spTree>
      <p:nvGrpSpPr>
        <p:cNvPr id="1" name=""/>
        <p:cNvGrpSpPr/>
        <p:nvPr/>
      </p:nvGrpSpPr>
      <p:grpSpPr>
        <a:xfrm>
          <a:off x="0" y="0"/>
          <a:ext cx="0" cy="0"/>
          <a:chOff x="0" y="0"/>
          <a:chExt cx="0" cy="0"/>
        </a:xfrm>
      </p:grpSpPr>
      <p:grpSp>
        <p:nvGrpSpPr>
          <p:cNvPr id="3" name="组合 27"/>
          <p:cNvGrpSpPr/>
          <p:nvPr userDrawn="1"/>
        </p:nvGrpSpPr>
        <p:grpSpPr>
          <a:xfrm>
            <a:off x="5344590" y="1216076"/>
            <a:ext cx="873209" cy="694144"/>
            <a:chOff x="3716019" y="1178213"/>
            <a:chExt cx="873209" cy="694144"/>
          </a:xfrm>
        </p:grpSpPr>
        <p:sp>
          <p:nvSpPr>
            <p:cNvPr id="24" name="椭圆 7"/>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5" name="文本框 8"/>
            <p:cNvSpPr txBox="1"/>
            <p:nvPr userDrawn="1"/>
          </p:nvSpPr>
          <p:spPr>
            <a:xfrm>
              <a:off x="3716019" y="1178213"/>
              <a:ext cx="873209"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spc="-150" dirty="0">
                  <a:solidFill>
                    <a:srgbClr val="0C3877"/>
                  </a:solidFill>
                </a:rPr>
                <a:t>01</a:t>
              </a:r>
              <a:endParaRPr lang="zh-CN" altLang="en-US" sz="2800" spc="-150" dirty="0">
                <a:solidFill>
                  <a:srgbClr val="0C3877"/>
                </a:solidFill>
              </a:endParaRPr>
            </a:p>
          </p:txBody>
        </p:sp>
      </p:grpSp>
      <p:grpSp>
        <p:nvGrpSpPr>
          <p:cNvPr id="4" name="组合 28"/>
          <p:cNvGrpSpPr/>
          <p:nvPr userDrawn="1"/>
        </p:nvGrpSpPr>
        <p:grpSpPr>
          <a:xfrm>
            <a:off x="5344590" y="2156569"/>
            <a:ext cx="873209" cy="694144"/>
            <a:chOff x="3716019" y="1178213"/>
            <a:chExt cx="873209" cy="694144"/>
          </a:xfrm>
        </p:grpSpPr>
        <p:sp>
          <p:nvSpPr>
            <p:cNvPr id="20" name="椭圆 2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1" name="文本框 3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02</a:t>
              </a:r>
              <a:endParaRPr lang="zh-CN" altLang="en-US" dirty="0"/>
            </a:p>
          </p:txBody>
        </p:sp>
      </p:grpSp>
      <p:grpSp>
        <p:nvGrpSpPr>
          <p:cNvPr id="5" name="组合 33"/>
          <p:cNvGrpSpPr/>
          <p:nvPr userDrawn="1"/>
        </p:nvGrpSpPr>
        <p:grpSpPr>
          <a:xfrm>
            <a:off x="5344590" y="3097062"/>
            <a:ext cx="873209" cy="694144"/>
            <a:chOff x="3716019" y="1178213"/>
            <a:chExt cx="873209" cy="694144"/>
          </a:xfrm>
        </p:grpSpPr>
        <p:sp>
          <p:nvSpPr>
            <p:cNvPr id="16" name="椭圆 3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7" name="文本框 3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03</a:t>
              </a:r>
              <a:endParaRPr lang="zh-CN" altLang="en-US" dirty="0"/>
            </a:p>
          </p:txBody>
        </p:sp>
      </p:grpSp>
      <p:grpSp>
        <p:nvGrpSpPr>
          <p:cNvPr id="6" name="组合 38"/>
          <p:cNvGrpSpPr/>
          <p:nvPr userDrawn="1"/>
        </p:nvGrpSpPr>
        <p:grpSpPr>
          <a:xfrm>
            <a:off x="5344590" y="4037555"/>
            <a:ext cx="873209" cy="694144"/>
            <a:chOff x="3716019" y="1178213"/>
            <a:chExt cx="873209" cy="694144"/>
          </a:xfrm>
        </p:grpSpPr>
        <p:sp>
          <p:nvSpPr>
            <p:cNvPr id="12" name="椭圆 3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3" name="文本框 4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04</a:t>
              </a:r>
              <a:endParaRPr lang="zh-CN" altLang="en-US" dirty="0"/>
            </a:p>
          </p:txBody>
        </p:sp>
      </p:grpSp>
      <p:grpSp>
        <p:nvGrpSpPr>
          <p:cNvPr id="30" name="组合 14"/>
          <p:cNvGrpSpPr/>
          <p:nvPr userDrawn="1"/>
        </p:nvGrpSpPr>
        <p:grpSpPr>
          <a:xfrm>
            <a:off x="188136" y="69551"/>
            <a:ext cx="2656664" cy="1048049"/>
            <a:chOff x="3582935" y="2440170"/>
            <a:chExt cx="1978130" cy="882163"/>
          </a:xfrm>
          <a:solidFill>
            <a:srgbClr val="0C3877"/>
          </a:solidFill>
        </p:grpSpPr>
        <p:sp>
          <p:nvSpPr>
            <p:cNvPr id="31" name="Rectangle 2"/>
            <p:cNvSpPr/>
            <p:nvPr/>
          </p:nvSpPr>
          <p:spPr>
            <a:xfrm>
              <a:off x="3582935" y="2440170"/>
              <a:ext cx="1978130" cy="853313"/>
            </a:xfrm>
            <a:prstGeom prst="rect">
              <a:avLst/>
            </a:prstGeom>
            <a:grpFill/>
          </p:spPr>
          <p:txBody>
            <a:bodyPr wrap="square" anchor="ctr">
              <a:normAutofit/>
            </a:bodyPr>
            <a:lstStyle/>
            <a:p>
              <a:pPr algn="ctr"/>
              <a:r>
                <a:rPr lang="zh-CN" altLang="en-US" sz="4800" b="1" spc="300" dirty="0">
                  <a:solidFill>
                    <a:schemeClr val="bg1"/>
                  </a:solidFill>
                  <a:effectLst>
                    <a:outerShdw blurRad="38100" dist="38100" dir="2700000" algn="tl">
                      <a:srgbClr val="000000">
                        <a:alpha val="43137"/>
                      </a:srgbClr>
                    </a:outerShdw>
                  </a:effectLst>
                  <a:cs typeface="+mn-ea"/>
                  <a:sym typeface="+mn-lt"/>
                </a:rPr>
                <a:t>内容</a:t>
              </a:r>
            </a:p>
          </p:txBody>
        </p:sp>
        <p:sp>
          <p:nvSpPr>
            <p:cNvPr id="32" name="Rectangle 4"/>
            <p:cNvSpPr/>
            <p:nvPr/>
          </p:nvSpPr>
          <p:spPr bwMode="auto">
            <a:xfrm>
              <a:off x="4229961" y="3250325"/>
              <a:ext cx="684076" cy="72008"/>
            </a:xfrm>
            <a:prstGeom prst="rect">
              <a:avLst/>
            </a:prstGeom>
            <a:grpFill/>
            <a:ln w="19050">
              <a:noFill/>
              <a:round/>
            </a:ln>
          </p:spPr>
          <p:txBody>
            <a:bodyPr anchor="ctr"/>
            <a:lstStyle/>
            <a:p>
              <a:pPr algn="ctr"/>
              <a:endParaRPr sz="4800">
                <a:cs typeface="+mn-ea"/>
                <a:sym typeface="+mn-lt"/>
              </a:endParaRPr>
            </a:p>
          </p:txBody>
        </p:sp>
      </p:grpSp>
      <p:sp>
        <p:nvSpPr>
          <p:cNvPr id="33" name="Rectangle 32"/>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38"/>
          <p:cNvSpPr>
            <a:spLocks noGrp="1"/>
          </p:cNvSpPr>
          <p:nvPr>
            <p:ph type="body" sz="quarter" idx="10" hasCustomPrompt="1"/>
          </p:nvPr>
        </p:nvSpPr>
        <p:spPr>
          <a:xfrm>
            <a:off x="6442015" y="1359718"/>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dirty="0">
                <a:latin typeface="Arial" panose="020B0604020202020204" pitchFamily="34" charset="0"/>
                <a:ea typeface="楷体" panose="02010609060101010101" pitchFamily="49" charset="-122"/>
              </a:defRPr>
            </a:lvl1pPr>
          </a:lstStyle>
          <a:p>
            <a:pPr marL="0" lvl="0" indent="0">
              <a:buNone/>
            </a:pPr>
            <a:r>
              <a:rPr lang="en-US" dirty="0"/>
              <a:t>第一章</a:t>
            </a:r>
          </a:p>
        </p:txBody>
      </p:sp>
      <p:sp>
        <p:nvSpPr>
          <p:cNvPr id="40" name="Text Placeholder 38"/>
          <p:cNvSpPr>
            <a:spLocks noGrp="1"/>
          </p:cNvSpPr>
          <p:nvPr>
            <p:ph type="body" sz="quarter" idx="11" hasCustomPrompt="1"/>
          </p:nvPr>
        </p:nvSpPr>
        <p:spPr>
          <a:xfrm>
            <a:off x="6442015" y="2296082"/>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t>第二章</a:t>
            </a:r>
          </a:p>
        </p:txBody>
      </p:sp>
      <p:sp>
        <p:nvSpPr>
          <p:cNvPr id="41" name="Text Placeholder 38"/>
          <p:cNvSpPr>
            <a:spLocks noGrp="1"/>
          </p:cNvSpPr>
          <p:nvPr>
            <p:ph type="body" sz="quarter" idx="12" hasCustomPrompt="1"/>
          </p:nvPr>
        </p:nvSpPr>
        <p:spPr>
          <a:xfrm>
            <a:off x="6442015" y="3232446"/>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t>第三章</a:t>
            </a:r>
          </a:p>
        </p:txBody>
      </p:sp>
      <p:sp>
        <p:nvSpPr>
          <p:cNvPr id="42" name="Text Placeholder 38"/>
          <p:cNvSpPr>
            <a:spLocks noGrp="1"/>
          </p:cNvSpPr>
          <p:nvPr>
            <p:ph type="body" sz="quarter" idx="13" hasCustomPrompt="1"/>
          </p:nvPr>
        </p:nvSpPr>
        <p:spPr>
          <a:xfrm>
            <a:off x="6442015" y="4168810"/>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t>第四章</a:t>
            </a:r>
          </a:p>
        </p:txBody>
      </p:sp>
      <p:sp>
        <p:nvSpPr>
          <p:cNvPr id="48" name="矩形 1"/>
          <p:cNvSpPr/>
          <p:nvPr userDrawn="1"/>
        </p:nvSpPr>
        <p:spPr>
          <a:xfrm>
            <a:off x="1527473" y="2115708"/>
            <a:ext cx="3542554" cy="2899952"/>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pic>
        <p:nvPicPr>
          <p:cNvPr id="14"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r="21747"/>
          <a:stretch>
            <a:fillRect/>
          </a:stretch>
        </p:blipFill>
        <p:spPr>
          <a:xfrm>
            <a:off x="624619" y="2433171"/>
            <a:ext cx="4050683" cy="2265026"/>
          </a:xfrm>
          <a:prstGeom prst="roundRect">
            <a:avLst>
              <a:gd name="adj" fmla="val 9518"/>
            </a:avLst>
          </a:prstGeom>
          <a:ln>
            <a:noFill/>
          </a:ln>
          <a:effectLst>
            <a:outerShdw blurRad="76200" dist="38100" dir="7800000" algn="tl" rotWithShape="0">
              <a:srgbClr val="000000">
                <a:alpha val="40000"/>
              </a:srgbClr>
            </a:outerShdw>
            <a:reflection blurRad="6350" stA="50000" endA="300" endPos="550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_目录页">
    <p:spTree>
      <p:nvGrpSpPr>
        <p:cNvPr id="1" name=""/>
        <p:cNvGrpSpPr/>
        <p:nvPr/>
      </p:nvGrpSpPr>
      <p:grpSpPr>
        <a:xfrm>
          <a:off x="0" y="0"/>
          <a:ext cx="0" cy="0"/>
          <a:chOff x="0" y="0"/>
          <a:chExt cx="0" cy="0"/>
        </a:xfrm>
      </p:grpSpPr>
      <p:grpSp>
        <p:nvGrpSpPr>
          <p:cNvPr id="3" name="组合 27"/>
          <p:cNvGrpSpPr/>
          <p:nvPr userDrawn="1"/>
        </p:nvGrpSpPr>
        <p:grpSpPr>
          <a:xfrm>
            <a:off x="5344590" y="1216076"/>
            <a:ext cx="873209" cy="694144"/>
            <a:chOff x="3716019" y="1178213"/>
            <a:chExt cx="873209" cy="694144"/>
          </a:xfrm>
        </p:grpSpPr>
        <p:sp>
          <p:nvSpPr>
            <p:cNvPr id="24" name="椭圆 7"/>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5" name="文本框 8"/>
            <p:cNvSpPr txBox="1"/>
            <p:nvPr userDrawn="1"/>
          </p:nvSpPr>
          <p:spPr>
            <a:xfrm>
              <a:off x="3716019" y="1178213"/>
              <a:ext cx="873209" cy="52322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800" spc="-150" dirty="0">
                  <a:solidFill>
                    <a:srgbClr val="0C3877"/>
                  </a:solidFill>
                </a:rPr>
                <a:t>01</a:t>
              </a:r>
              <a:endParaRPr lang="zh-CN" altLang="en-US" sz="2800" spc="-150" dirty="0">
                <a:solidFill>
                  <a:srgbClr val="0C3877"/>
                </a:solidFill>
              </a:endParaRPr>
            </a:p>
          </p:txBody>
        </p:sp>
      </p:grpSp>
      <p:grpSp>
        <p:nvGrpSpPr>
          <p:cNvPr id="4" name="组合 28"/>
          <p:cNvGrpSpPr/>
          <p:nvPr userDrawn="1"/>
        </p:nvGrpSpPr>
        <p:grpSpPr>
          <a:xfrm>
            <a:off x="5344590" y="2156569"/>
            <a:ext cx="873209" cy="694144"/>
            <a:chOff x="3716019" y="1178213"/>
            <a:chExt cx="873209" cy="694144"/>
          </a:xfrm>
        </p:grpSpPr>
        <p:sp>
          <p:nvSpPr>
            <p:cNvPr id="20" name="椭圆 2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21" name="文本框 3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02</a:t>
              </a:r>
              <a:endParaRPr lang="zh-CN" altLang="en-US" dirty="0"/>
            </a:p>
          </p:txBody>
        </p:sp>
      </p:grpSp>
      <p:grpSp>
        <p:nvGrpSpPr>
          <p:cNvPr id="5" name="组合 33"/>
          <p:cNvGrpSpPr/>
          <p:nvPr userDrawn="1"/>
        </p:nvGrpSpPr>
        <p:grpSpPr>
          <a:xfrm>
            <a:off x="5344590" y="3097062"/>
            <a:ext cx="873209" cy="694144"/>
            <a:chOff x="3716019" y="1178213"/>
            <a:chExt cx="873209" cy="694144"/>
          </a:xfrm>
        </p:grpSpPr>
        <p:sp>
          <p:nvSpPr>
            <p:cNvPr id="16" name="椭圆 3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7" name="文本框 3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03</a:t>
              </a:r>
              <a:endParaRPr lang="zh-CN" altLang="en-US" dirty="0"/>
            </a:p>
          </p:txBody>
        </p:sp>
      </p:grpSp>
      <p:grpSp>
        <p:nvGrpSpPr>
          <p:cNvPr id="6" name="组合 38"/>
          <p:cNvGrpSpPr/>
          <p:nvPr userDrawn="1"/>
        </p:nvGrpSpPr>
        <p:grpSpPr>
          <a:xfrm>
            <a:off x="5344590" y="4037555"/>
            <a:ext cx="873209" cy="694144"/>
            <a:chOff x="3716019" y="1178213"/>
            <a:chExt cx="873209" cy="694144"/>
          </a:xfrm>
        </p:grpSpPr>
        <p:sp>
          <p:nvSpPr>
            <p:cNvPr id="12" name="椭圆 39"/>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13" name="文本框 40"/>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04</a:t>
              </a:r>
              <a:endParaRPr lang="zh-CN" altLang="en-US" dirty="0"/>
            </a:p>
          </p:txBody>
        </p:sp>
      </p:grpSp>
      <p:grpSp>
        <p:nvGrpSpPr>
          <p:cNvPr id="7" name="组合 43"/>
          <p:cNvGrpSpPr/>
          <p:nvPr userDrawn="1"/>
        </p:nvGrpSpPr>
        <p:grpSpPr>
          <a:xfrm>
            <a:off x="5344590" y="4978050"/>
            <a:ext cx="873209" cy="694144"/>
            <a:chOff x="3716019" y="1178213"/>
            <a:chExt cx="873209" cy="694144"/>
          </a:xfrm>
        </p:grpSpPr>
        <p:sp>
          <p:nvSpPr>
            <p:cNvPr id="8" name="椭圆 44"/>
            <p:cNvSpPr/>
            <p:nvPr userDrawn="1"/>
          </p:nvSpPr>
          <p:spPr>
            <a:xfrm>
              <a:off x="3998684" y="1340262"/>
              <a:ext cx="532095" cy="532095"/>
            </a:xfrm>
            <a:prstGeom prst="ellipse">
              <a:avLst/>
            </a:prstGeom>
            <a:solidFill>
              <a:schemeClr val="bg1">
                <a:lumMod val="85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050" b="1">
                <a:latin typeface="汉仪雅酷黑 45W" panose="020B0404020202020204" pitchFamily="34" charset="-122"/>
                <a:ea typeface="汉仪雅酷黑 45W" panose="020B0404020202020204" pitchFamily="34" charset="-122"/>
                <a:cs typeface="+mn-ea"/>
              </a:endParaRPr>
            </a:p>
          </p:txBody>
        </p:sp>
        <p:sp>
          <p:nvSpPr>
            <p:cNvPr id="9" name="文本框 45"/>
            <p:cNvSpPr txBox="1"/>
            <p:nvPr userDrawn="1"/>
          </p:nvSpPr>
          <p:spPr>
            <a:xfrm>
              <a:off x="3716019" y="1178213"/>
              <a:ext cx="873209" cy="523220"/>
            </a:xfrm>
            <a:prstGeom prst="rect">
              <a:avLst/>
            </a:prstGeom>
            <a:noFill/>
          </p:spPr>
          <p:txBody>
            <a:bodyPr wrap="square" rtlCol="0">
              <a:spAutoFit/>
            </a:bodyPr>
            <a:lstStyle>
              <a:defPPr>
                <a:defRPr lang="en-US"/>
              </a:defPPr>
              <a:lvl1pPr algn="ctr">
                <a:defRPr sz="2800" spc="-150">
                  <a:solidFill>
                    <a:srgbClr val="0C3877"/>
                  </a:solidFill>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US" altLang="zh-CN" dirty="0"/>
                <a:t>05</a:t>
              </a:r>
              <a:endParaRPr lang="zh-CN" altLang="en-US" dirty="0"/>
            </a:p>
          </p:txBody>
        </p:sp>
      </p:grpSp>
      <p:grpSp>
        <p:nvGrpSpPr>
          <p:cNvPr id="30" name="组合 14"/>
          <p:cNvGrpSpPr/>
          <p:nvPr userDrawn="1"/>
        </p:nvGrpSpPr>
        <p:grpSpPr>
          <a:xfrm>
            <a:off x="188136" y="69551"/>
            <a:ext cx="2656664" cy="1048049"/>
            <a:chOff x="3582935" y="2440170"/>
            <a:chExt cx="1978130" cy="882163"/>
          </a:xfrm>
          <a:solidFill>
            <a:srgbClr val="0C3877"/>
          </a:solidFill>
        </p:grpSpPr>
        <p:sp>
          <p:nvSpPr>
            <p:cNvPr id="31" name="Rectangle 2"/>
            <p:cNvSpPr/>
            <p:nvPr/>
          </p:nvSpPr>
          <p:spPr>
            <a:xfrm>
              <a:off x="3582935" y="2440170"/>
              <a:ext cx="1978130" cy="853313"/>
            </a:xfrm>
            <a:prstGeom prst="rect">
              <a:avLst/>
            </a:prstGeom>
            <a:grpFill/>
          </p:spPr>
          <p:txBody>
            <a:bodyPr wrap="square" anchor="ctr">
              <a:normAutofit fontScale="92500"/>
            </a:bodyPr>
            <a:lstStyle/>
            <a:p>
              <a:pPr algn="ctr"/>
              <a:r>
                <a:rPr lang="en-US" altLang="zh-CN" sz="4800" b="1" spc="300" dirty="0">
                  <a:solidFill>
                    <a:schemeClr val="bg1"/>
                  </a:solidFill>
                  <a:effectLst>
                    <a:outerShdw blurRad="38100" dist="38100" dir="2700000" algn="tl">
                      <a:srgbClr val="000000">
                        <a:alpha val="43137"/>
                      </a:srgbClr>
                    </a:outerShdw>
                  </a:effectLst>
                  <a:cs typeface="+mn-ea"/>
                  <a:sym typeface="+mn-lt"/>
                </a:rPr>
                <a:t>Contents</a:t>
              </a:r>
              <a:endParaRPr lang="zh-CN" altLang="en-US" sz="4800" b="1" spc="300" dirty="0">
                <a:solidFill>
                  <a:schemeClr val="bg1"/>
                </a:solidFill>
                <a:effectLst>
                  <a:outerShdw blurRad="38100" dist="38100" dir="2700000" algn="tl">
                    <a:srgbClr val="000000">
                      <a:alpha val="43137"/>
                    </a:srgbClr>
                  </a:outerShdw>
                </a:effectLst>
                <a:cs typeface="+mn-ea"/>
                <a:sym typeface="+mn-lt"/>
              </a:endParaRPr>
            </a:p>
          </p:txBody>
        </p:sp>
        <p:sp>
          <p:nvSpPr>
            <p:cNvPr id="32" name="Rectangle 4"/>
            <p:cNvSpPr/>
            <p:nvPr/>
          </p:nvSpPr>
          <p:spPr bwMode="auto">
            <a:xfrm>
              <a:off x="4229961" y="3250325"/>
              <a:ext cx="684076" cy="72008"/>
            </a:xfrm>
            <a:prstGeom prst="rect">
              <a:avLst/>
            </a:prstGeom>
            <a:grpFill/>
            <a:ln w="19050">
              <a:noFill/>
              <a:round/>
            </a:ln>
          </p:spPr>
          <p:txBody>
            <a:bodyPr anchor="ctr"/>
            <a:lstStyle/>
            <a:p>
              <a:pPr algn="ctr"/>
              <a:endParaRPr sz="4800">
                <a:cs typeface="+mn-ea"/>
                <a:sym typeface="+mn-lt"/>
              </a:endParaRPr>
            </a:p>
          </p:txBody>
        </p:sp>
      </p:grpSp>
      <p:sp>
        <p:nvSpPr>
          <p:cNvPr id="33" name="Rectangle 32"/>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 Placeholder 38"/>
          <p:cNvSpPr>
            <a:spLocks noGrp="1"/>
          </p:cNvSpPr>
          <p:nvPr>
            <p:ph type="body" sz="quarter" idx="10" hasCustomPrompt="1"/>
          </p:nvPr>
        </p:nvSpPr>
        <p:spPr>
          <a:xfrm>
            <a:off x="6442015" y="1359718"/>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dirty="0">
                <a:latin typeface="Arial" panose="020B0604020202020204" pitchFamily="34" charset="0"/>
                <a:ea typeface="楷体" panose="02010609060101010101" pitchFamily="49" charset="-122"/>
              </a:defRPr>
            </a:lvl1pPr>
          </a:lstStyle>
          <a:p>
            <a:pPr marL="0" lvl="0" indent="0">
              <a:buNone/>
            </a:pPr>
            <a:r>
              <a:rPr lang="en-US" altLang="zh-CN" dirty="0"/>
              <a:t>Chapter 1</a:t>
            </a:r>
            <a:endParaRPr lang="en-US" dirty="0"/>
          </a:p>
        </p:txBody>
      </p:sp>
      <p:sp>
        <p:nvSpPr>
          <p:cNvPr id="40" name="Text Placeholder 38"/>
          <p:cNvSpPr>
            <a:spLocks noGrp="1"/>
          </p:cNvSpPr>
          <p:nvPr>
            <p:ph type="body" sz="quarter" idx="11" hasCustomPrompt="1"/>
          </p:nvPr>
        </p:nvSpPr>
        <p:spPr>
          <a:xfrm>
            <a:off x="6442015" y="2296082"/>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2</a:t>
            </a:r>
            <a:endParaRPr lang="en-US" dirty="0"/>
          </a:p>
        </p:txBody>
      </p:sp>
      <p:sp>
        <p:nvSpPr>
          <p:cNvPr id="41" name="Text Placeholder 38"/>
          <p:cNvSpPr>
            <a:spLocks noGrp="1"/>
          </p:cNvSpPr>
          <p:nvPr>
            <p:ph type="body" sz="quarter" idx="12" hasCustomPrompt="1"/>
          </p:nvPr>
        </p:nvSpPr>
        <p:spPr>
          <a:xfrm>
            <a:off x="6442015" y="3232446"/>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3</a:t>
            </a:r>
            <a:endParaRPr lang="en-US" dirty="0"/>
          </a:p>
        </p:txBody>
      </p:sp>
      <p:sp>
        <p:nvSpPr>
          <p:cNvPr id="42" name="Text Placeholder 38"/>
          <p:cNvSpPr>
            <a:spLocks noGrp="1"/>
          </p:cNvSpPr>
          <p:nvPr>
            <p:ph type="body" sz="quarter" idx="13" hasCustomPrompt="1"/>
          </p:nvPr>
        </p:nvSpPr>
        <p:spPr>
          <a:xfrm>
            <a:off x="6442015" y="4168810"/>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a:latin typeface="Arial" panose="020B0604020202020204" pitchFamily="34" charset="0"/>
                <a:ea typeface="楷体" panose="02010609060101010101" pitchFamily="49" charset="-122"/>
              </a:defRPr>
            </a:lvl1pPr>
          </a:lstStyle>
          <a:p>
            <a:pPr marL="0" lvl="0" indent="0">
              <a:buNone/>
            </a:pPr>
            <a:r>
              <a:rPr lang="en-US" altLang="zh-CN" dirty="0"/>
              <a:t>Chapter 4</a:t>
            </a:r>
            <a:endParaRPr lang="en-US" dirty="0"/>
          </a:p>
        </p:txBody>
      </p:sp>
      <p:sp>
        <p:nvSpPr>
          <p:cNvPr id="43" name="Text Placeholder 38"/>
          <p:cNvSpPr>
            <a:spLocks noGrp="1"/>
          </p:cNvSpPr>
          <p:nvPr>
            <p:ph type="body" sz="quarter" idx="14" hasCustomPrompt="1"/>
          </p:nvPr>
        </p:nvSpPr>
        <p:spPr>
          <a:xfrm>
            <a:off x="6442015" y="5105173"/>
            <a:ext cx="4556851" cy="523219"/>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vert="horz" lIns="91440" tIns="45720" rIns="91440" bIns="45720" rtlCol="0" anchor="ctr">
            <a:normAutofit/>
          </a:bodyPr>
          <a:lstStyle>
            <a:lvl1pPr>
              <a:defRPr lang="en-US" sz="2800">
                <a:latin typeface="Arial" panose="020B0604020202020204" pitchFamily="34" charset="0"/>
                <a:ea typeface="楷体" panose="02010609060101010101" pitchFamily="49" charset="-122"/>
              </a:defRPr>
            </a:lvl1pPr>
          </a:lstStyle>
          <a:p>
            <a:pPr marL="0" lvl="0" indent="0">
              <a:buNone/>
            </a:pPr>
            <a:r>
              <a:rPr lang="en-US" altLang="zh-CN" dirty="0"/>
              <a:t>Chapter 5</a:t>
            </a:r>
            <a:endParaRPr lang="en-US" dirty="0"/>
          </a:p>
        </p:txBody>
      </p:sp>
      <p:sp>
        <p:nvSpPr>
          <p:cNvPr id="48" name="矩形 1"/>
          <p:cNvSpPr/>
          <p:nvPr userDrawn="1"/>
        </p:nvSpPr>
        <p:spPr>
          <a:xfrm>
            <a:off x="1527473" y="2115708"/>
            <a:ext cx="3542554" cy="2899952"/>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3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等线" panose="02010600030101010101" charset="-122"/>
              <a:ea typeface="等线" panose="02010600030101010101" charset="-122"/>
              <a:cs typeface="+mn-cs"/>
            </a:endParaRPr>
          </a:p>
        </p:txBody>
      </p:sp>
      <p:pic>
        <p:nvPicPr>
          <p:cNvPr id="14" name="图片 6"/>
          <p:cNvPicPr>
            <a:picLocks noChangeAspect="1"/>
          </p:cNvPicPr>
          <p:nvPr userDrawn="1"/>
        </p:nvPicPr>
        <p:blipFill rotWithShape="1">
          <a:blip r:embed="rId2" cstate="print">
            <a:extLst>
              <a:ext uri="{28A0092B-C50C-407E-A947-70E740481C1C}">
                <a14:useLocalDpi xmlns:a14="http://schemas.microsoft.com/office/drawing/2010/main" val="0"/>
              </a:ext>
            </a:extLst>
          </a:blip>
          <a:srcRect r="21747"/>
          <a:stretch>
            <a:fillRect/>
          </a:stretch>
        </p:blipFill>
        <p:spPr>
          <a:xfrm>
            <a:off x="624619" y="2433171"/>
            <a:ext cx="4050683" cy="2265026"/>
          </a:xfrm>
          <a:prstGeom prst="roundRect">
            <a:avLst>
              <a:gd name="adj" fmla="val 9518"/>
            </a:avLst>
          </a:prstGeom>
          <a:ln>
            <a:noFill/>
          </a:ln>
          <a:effectLst>
            <a:outerShdw blurRad="76200" dist="38100" dir="7800000" algn="tl" rotWithShape="0">
              <a:srgbClr val="000000">
                <a:alpha val="40000"/>
              </a:srgbClr>
            </a:outerShdw>
            <a:reflection blurRad="6350" stA="50000" endA="300" endPos="55000" dir="5400000" sy="-100000" algn="bl" rotWithShape="0"/>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过渡页">
    <p:spTree>
      <p:nvGrpSpPr>
        <p:cNvPr id="1" name=""/>
        <p:cNvGrpSpPr/>
        <p:nvPr/>
      </p:nvGrpSpPr>
      <p:grpSpPr>
        <a:xfrm>
          <a:off x="0" y="0"/>
          <a:ext cx="0" cy="0"/>
          <a:chOff x="0" y="0"/>
          <a:chExt cx="0" cy="0"/>
        </a:xfrm>
      </p:grpSpPr>
      <p:sp>
        <p:nvSpPr>
          <p:cNvPr id="3" name="Rectangle 3"/>
          <p:cNvSpPr/>
          <p:nvPr userDrawn="1"/>
        </p:nvSpPr>
        <p:spPr>
          <a:xfrm>
            <a:off x="4249707" y="1468159"/>
            <a:ext cx="3725426" cy="713800"/>
          </a:xfrm>
          <a:prstGeom prst="rect">
            <a:avLst/>
          </a:prstGeom>
          <a:noFill/>
        </p:spPr>
        <p:txBody>
          <a:bodyPr wrap="none">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rPr>
              <a:t>第    章</a:t>
            </a:r>
            <a:endParaRPr kumimoji="0" lang="en-US" altLang="zh-CN"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endParaRPr>
          </a:p>
        </p:txBody>
      </p:sp>
      <p:grpSp>
        <p:nvGrpSpPr>
          <p:cNvPr id="4" name="组合 13"/>
          <p:cNvGrpSpPr/>
          <p:nvPr userDrawn="1"/>
        </p:nvGrpSpPr>
        <p:grpSpPr>
          <a:xfrm>
            <a:off x="2694306" y="2230136"/>
            <a:ext cx="6836229" cy="882163"/>
            <a:chOff x="8643435" y="2968069"/>
            <a:chExt cx="2272882" cy="882163"/>
          </a:xfrm>
          <a:solidFill>
            <a:srgbClr val="0C3877"/>
          </a:solidFill>
        </p:grpSpPr>
        <p:sp>
          <p:nvSpPr>
            <p:cNvPr id="5" name="Rectangle 2"/>
            <p:cNvSpPr/>
            <p:nvPr/>
          </p:nvSpPr>
          <p:spPr>
            <a:xfrm>
              <a:off x="8643435" y="2968069"/>
              <a:ext cx="2272882" cy="853313"/>
            </a:xfrm>
            <a:prstGeom prst="rect">
              <a:avLst/>
            </a:prstGeom>
            <a:grpFill/>
          </p:spPr>
          <p:txBody>
            <a:bodyPr wrap="square">
              <a:noAutofit/>
            </a:bodyPr>
            <a:lstStyle/>
            <a:p>
              <a:pPr lvl="0" algn="ctr">
                <a:lnSpc>
                  <a:spcPct val="150000"/>
                </a:lnSpc>
              </a:pPr>
              <a:endParaRPr lang="zh-CN" altLang="en-US" sz="4000" b="1" spc="300">
                <a:solidFill>
                  <a:srgbClr val="0C3877"/>
                </a:solidFill>
                <a:effectLst>
                  <a:outerShdw blurRad="38100" dist="38100" dir="2700000" algn="tl">
                    <a:srgbClr val="000000">
                      <a:alpha val="43137"/>
                    </a:srgbClr>
                  </a:outerShdw>
                </a:effectLst>
                <a:cs typeface="+mn-ea"/>
                <a:sym typeface="+mn-lt"/>
              </a:endParaRPr>
            </a:p>
          </p:txBody>
        </p:sp>
        <p:sp>
          <p:nvSpPr>
            <p:cNvPr id="6" name="Rectangle 4"/>
            <p:cNvSpPr/>
            <p:nvPr/>
          </p:nvSpPr>
          <p:spPr bwMode="auto">
            <a:xfrm>
              <a:off x="9459029" y="3778224"/>
              <a:ext cx="641694" cy="72008"/>
            </a:xfrm>
            <a:prstGeom prst="rect">
              <a:avLst/>
            </a:prstGeom>
            <a:grp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srgbClr val="0C3877"/>
                </a:solidFill>
                <a:effectLst/>
                <a:uLnTx/>
                <a:uFillTx/>
                <a:cs typeface="+mn-ea"/>
                <a:sym typeface="+mn-lt"/>
              </a:endParaRPr>
            </a:p>
          </p:txBody>
        </p:sp>
      </p:grpSp>
      <p:sp>
        <p:nvSpPr>
          <p:cNvPr id="16" name="Text Placeholder 15"/>
          <p:cNvSpPr>
            <a:spLocks noGrp="1"/>
          </p:cNvSpPr>
          <p:nvPr>
            <p:ph type="body" sz="quarter" idx="11" hasCustomPrompt="1"/>
          </p:nvPr>
        </p:nvSpPr>
        <p:spPr>
          <a:xfrm>
            <a:off x="2710726" y="2306933"/>
            <a:ext cx="6803388" cy="713801"/>
          </a:xfrm>
          <a:prstGeom prst="rect">
            <a:avLst/>
          </a:prstGeom>
        </p:spPr>
        <p:txBody>
          <a:bodyPr/>
          <a:lstStyle>
            <a:lvl1pPr marL="0" indent="0" algn="ctr">
              <a:buNone/>
              <a:defRPr sz="4400">
                <a:solidFill>
                  <a:schemeClr val="bg1"/>
                </a:solidFill>
                <a:latin typeface="楷体" panose="02010609060101010101" pitchFamily="49" charset="-122"/>
                <a:ea typeface="楷体" panose="02010609060101010101" pitchFamily="49" charset="-122"/>
              </a:defRPr>
            </a:lvl1pPr>
          </a:lstStyle>
          <a:p>
            <a:pPr lvl="0"/>
            <a:r>
              <a:rPr lang="zh-CN" altLang="en-US" dirty="0"/>
              <a:t>请输入</a:t>
            </a:r>
            <a:r>
              <a:rPr lang="en-US" dirty="0"/>
              <a:t>本章主题</a:t>
            </a:r>
          </a:p>
        </p:txBody>
      </p:sp>
      <p:pic>
        <p:nvPicPr>
          <p:cNvPr id="23" name="图片 28"/>
          <p:cNvPicPr/>
          <p:nvPr userDrawn="1"/>
        </p:nvPicPr>
        <p:blipFill rotWithShape="1">
          <a:blip r:embed="rId2" cstate="print">
            <a:extLst>
              <a:ext uri="{28A0092B-C50C-407E-A947-70E740481C1C}">
                <a14:useLocalDpi xmlns:a14="http://schemas.microsoft.com/office/drawing/2010/main" val="0"/>
              </a:ext>
            </a:extLst>
          </a:blip>
          <a:srcRect t="34649"/>
          <a:stretch>
            <a:fillRect/>
          </a:stretch>
        </p:blipFill>
        <p:spPr>
          <a:xfrm>
            <a:off x="-145142" y="3160246"/>
            <a:ext cx="12482285" cy="2351757"/>
          </a:xfrm>
          <a:prstGeom prst="rect">
            <a:avLst/>
          </a:prstGeom>
          <a:effectLst>
            <a:softEdge rad="533400"/>
          </a:effectLst>
        </p:spPr>
      </p:pic>
      <p:sp>
        <p:nvSpPr>
          <p:cNvPr id="24" name="Rectangle 23"/>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2" hasCustomPrompt="1"/>
          </p:nvPr>
        </p:nvSpPr>
        <p:spPr>
          <a:xfrm>
            <a:off x="5695191" y="1523248"/>
            <a:ext cx="834458" cy="515938"/>
          </a:xfrm>
        </p:spPr>
        <p:txBody>
          <a:bodyPr>
            <a:noAutofit/>
          </a:bodyPr>
          <a:lstStyle>
            <a:lvl1pPr marL="0" indent="0" algn="ctr">
              <a:buNone/>
              <a:defRPr sz="3200" b="1">
                <a:solidFill>
                  <a:srgbClr val="0C3877"/>
                </a:solidFill>
                <a:effectLst>
                  <a:outerShdw blurRad="38100" dist="38100" dir="2700000" algn="tl">
                    <a:srgbClr val="000000">
                      <a:alpha val="43137"/>
                    </a:srgbClr>
                  </a:outerShdw>
                </a:effectLst>
              </a:defRPr>
            </a:lvl1pPr>
            <a:lvl2pPr marL="457200" indent="0">
              <a:buNone/>
              <a:defRPr/>
            </a:lvl2pPr>
          </a:lstStyle>
          <a:p>
            <a:pPr lvl="0"/>
            <a:r>
              <a:rPr lang="zh-CN" altLang="en-US" dirty="0"/>
              <a:t>一</a:t>
            </a:r>
            <a:endParaRPr 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ransition Page En">
    <p:spTree>
      <p:nvGrpSpPr>
        <p:cNvPr id="1" name=""/>
        <p:cNvGrpSpPr/>
        <p:nvPr/>
      </p:nvGrpSpPr>
      <p:grpSpPr>
        <a:xfrm>
          <a:off x="0" y="0"/>
          <a:ext cx="0" cy="0"/>
          <a:chOff x="0" y="0"/>
          <a:chExt cx="0" cy="0"/>
        </a:xfrm>
      </p:grpSpPr>
      <p:sp>
        <p:nvSpPr>
          <p:cNvPr id="3" name="Rectangle 3"/>
          <p:cNvSpPr/>
          <p:nvPr userDrawn="1"/>
        </p:nvSpPr>
        <p:spPr>
          <a:xfrm>
            <a:off x="4249707" y="1468159"/>
            <a:ext cx="3725426" cy="713800"/>
          </a:xfrm>
          <a:prstGeom prst="rect">
            <a:avLst/>
          </a:prstGeom>
          <a:noFill/>
        </p:spPr>
        <p:txBody>
          <a:bodyPr wrap="none">
            <a:norm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3600" b="1" i="0" u="none" strike="noStrike" kern="1200" cap="none" spc="600" normalizeH="0" baseline="0" noProof="0" dirty="0">
              <a:ln>
                <a:noFill/>
              </a:ln>
              <a:solidFill>
                <a:srgbClr val="0C3877"/>
              </a:solidFill>
              <a:effectLst>
                <a:outerShdw blurRad="38100" dist="38100" dir="2700000" algn="tl">
                  <a:srgbClr val="000000">
                    <a:alpha val="43137"/>
                  </a:srgbClr>
                </a:outerShdw>
              </a:effectLst>
              <a:uLnTx/>
              <a:uFillTx/>
              <a:cs typeface="+mn-ea"/>
              <a:sym typeface="+mn-lt"/>
            </a:endParaRPr>
          </a:p>
        </p:txBody>
      </p:sp>
      <p:grpSp>
        <p:nvGrpSpPr>
          <p:cNvPr id="4" name="组合 13"/>
          <p:cNvGrpSpPr/>
          <p:nvPr userDrawn="1"/>
        </p:nvGrpSpPr>
        <p:grpSpPr>
          <a:xfrm>
            <a:off x="2694306" y="2230136"/>
            <a:ext cx="6836229" cy="882163"/>
            <a:chOff x="8643435" y="2968069"/>
            <a:chExt cx="2272882" cy="882163"/>
          </a:xfrm>
          <a:solidFill>
            <a:srgbClr val="0C3877"/>
          </a:solidFill>
        </p:grpSpPr>
        <p:sp>
          <p:nvSpPr>
            <p:cNvPr id="5" name="Rectangle 2"/>
            <p:cNvSpPr/>
            <p:nvPr/>
          </p:nvSpPr>
          <p:spPr>
            <a:xfrm>
              <a:off x="8643435" y="2968069"/>
              <a:ext cx="2272882" cy="853313"/>
            </a:xfrm>
            <a:prstGeom prst="rect">
              <a:avLst/>
            </a:prstGeom>
            <a:grpFill/>
          </p:spPr>
          <p:txBody>
            <a:bodyPr wrap="square">
              <a:noAutofit/>
            </a:bodyPr>
            <a:lstStyle/>
            <a:p>
              <a:pPr lvl="0" algn="ctr">
                <a:lnSpc>
                  <a:spcPct val="150000"/>
                </a:lnSpc>
              </a:pPr>
              <a:endParaRPr lang="zh-CN" altLang="en-US" sz="4000" b="1" spc="300">
                <a:solidFill>
                  <a:srgbClr val="0C3877"/>
                </a:solidFill>
                <a:effectLst>
                  <a:outerShdw blurRad="38100" dist="38100" dir="2700000" algn="tl">
                    <a:srgbClr val="000000">
                      <a:alpha val="43137"/>
                    </a:srgbClr>
                  </a:outerShdw>
                </a:effectLst>
                <a:cs typeface="+mn-ea"/>
                <a:sym typeface="+mn-lt"/>
              </a:endParaRPr>
            </a:p>
          </p:txBody>
        </p:sp>
        <p:sp>
          <p:nvSpPr>
            <p:cNvPr id="6" name="Rectangle 4"/>
            <p:cNvSpPr/>
            <p:nvPr/>
          </p:nvSpPr>
          <p:spPr bwMode="auto">
            <a:xfrm>
              <a:off x="9459029" y="3778224"/>
              <a:ext cx="641694" cy="72008"/>
            </a:xfrm>
            <a:prstGeom prst="rect">
              <a:avLst/>
            </a:prstGeom>
            <a:grpFill/>
            <a:ln w="19050">
              <a:noFill/>
              <a:round/>
            </a:ln>
          </p:spPr>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2000" b="0" i="0" u="none" strike="noStrike" kern="1200" cap="none" spc="0" normalizeH="0" baseline="0" noProof="0">
                <a:ln>
                  <a:noFill/>
                </a:ln>
                <a:solidFill>
                  <a:srgbClr val="0C3877"/>
                </a:solidFill>
                <a:effectLst/>
                <a:uLnTx/>
                <a:uFillTx/>
                <a:cs typeface="+mn-ea"/>
                <a:sym typeface="+mn-lt"/>
              </a:endParaRPr>
            </a:p>
          </p:txBody>
        </p:sp>
      </p:grpSp>
      <p:sp>
        <p:nvSpPr>
          <p:cNvPr id="16" name="Text Placeholder 15"/>
          <p:cNvSpPr>
            <a:spLocks noGrp="1"/>
          </p:cNvSpPr>
          <p:nvPr>
            <p:ph type="body" sz="quarter" idx="11" hasCustomPrompt="1"/>
          </p:nvPr>
        </p:nvSpPr>
        <p:spPr>
          <a:xfrm>
            <a:off x="2710726" y="2306933"/>
            <a:ext cx="6803388" cy="713801"/>
          </a:xfrm>
          <a:prstGeom prst="rect">
            <a:avLst/>
          </a:prstGeom>
        </p:spPr>
        <p:txBody>
          <a:bodyPr/>
          <a:lstStyle>
            <a:lvl1pPr marL="0" indent="0" algn="ctr">
              <a:buNone/>
              <a:defRPr sz="4400" baseline="0">
                <a:solidFill>
                  <a:schemeClr val="bg1"/>
                </a:solidFill>
                <a:latin typeface="Arial" panose="020B0604020202020204" pitchFamily="34" charset="0"/>
                <a:ea typeface="楷体" panose="02010609060101010101" pitchFamily="49" charset="-122"/>
              </a:defRPr>
            </a:lvl1pPr>
          </a:lstStyle>
          <a:p>
            <a:pPr lvl="0"/>
            <a:r>
              <a:rPr lang="en-US" altLang="zh-CN" dirty="0"/>
              <a:t>Chapter Title</a:t>
            </a:r>
            <a:endParaRPr lang="en-US" dirty="0"/>
          </a:p>
        </p:txBody>
      </p:sp>
      <p:pic>
        <p:nvPicPr>
          <p:cNvPr id="23" name="图片 28"/>
          <p:cNvPicPr/>
          <p:nvPr userDrawn="1"/>
        </p:nvPicPr>
        <p:blipFill rotWithShape="1">
          <a:blip r:embed="rId2" cstate="print">
            <a:extLst>
              <a:ext uri="{28A0092B-C50C-407E-A947-70E740481C1C}">
                <a14:useLocalDpi xmlns:a14="http://schemas.microsoft.com/office/drawing/2010/main" val="0"/>
              </a:ext>
            </a:extLst>
          </a:blip>
          <a:srcRect t="34649"/>
          <a:stretch>
            <a:fillRect/>
          </a:stretch>
        </p:blipFill>
        <p:spPr>
          <a:xfrm>
            <a:off x="-145142" y="3160246"/>
            <a:ext cx="12482285" cy="2351757"/>
          </a:xfrm>
          <a:prstGeom prst="rect">
            <a:avLst/>
          </a:prstGeom>
          <a:effectLst>
            <a:softEdge rad="533400"/>
          </a:effectLst>
        </p:spPr>
      </p:pic>
      <p:sp>
        <p:nvSpPr>
          <p:cNvPr id="24" name="Rectangle 23"/>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p:cNvSpPr>
            <a:spLocks noGrp="1"/>
          </p:cNvSpPr>
          <p:nvPr>
            <p:ph type="body" sz="quarter" idx="12" hasCustomPrompt="1"/>
          </p:nvPr>
        </p:nvSpPr>
        <p:spPr>
          <a:xfrm>
            <a:off x="6096000" y="1523248"/>
            <a:ext cx="1155552" cy="515938"/>
          </a:xfrm>
        </p:spPr>
        <p:txBody>
          <a:bodyPr>
            <a:noAutofit/>
          </a:bodyPr>
          <a:lstStyle>
            <a:lvl1pPr marL="0" indent="0" algn="ctr">
              <a:buNone/>
              <a:defRPr sz="3200" b="1">
                <a:solidFill>
                  <a:srgbClr val="0C3877"/>
                </a:solidFill>
                <a:effectLst>
                  <a:outerShdw blurRad="38100" dist="38100" dir="2700000" algn="tl">
                    <a:srgbClr val="000000">
                      <a:alpha val="43137"/>
                    </a:srgbClr>
                  </a:outerShdw>
                </a:effectLst>
              </a:defRPr>
            </a:lvl1pPr>
            <a:lvl2pPr marL="457200" indent="0">
              <a:buNone/>
              <a:defRPr/>
            </a:lvl2pPr>
          </a:lstStyle>
          <a:p>
            <a:pPr lvl="0"/>
            <a:r>
              <a:rPr lang="en-US" dirty="0"/>
              <a:t>ONE</a:t>
            </a:r>
          </a:p>
        </p:txBody>
      </p:sp>
      <p:sp>
        <p:nvSpPr>
          <p:cNvPr id="2" name="TextBox 1"/>
          <p:cNvSpPr txBox="1"/>
          <p:nvPr userDrawn="1"/>
        </p:nvSpPr>
        <p:spPr>
          <a:xfrm>
            <a:off x="4797603" y="1481921"/>
            <a:ext cx="1271502" cy="584775"/>
          </a:xfrm>
          <a:prstGeom prst="rect">
            <a:avLst/>
          </a:prstGeom>
          <a:noFill/>
        </p:spPr>
        <p:txBody>
          <a:bodyPr wrap="none" rtlCol="0">
            <a:spAutoFit/>
          </a:bodyPr>
          <a:lstStyle/>
          <a:p>
            <a:r>
              <a:rPr lang="en-US" sz="3200" b="1" dirty="0">
                <a:solidFill>
                  <a:srgbClr val="0C3877"/>
                </a:solidFill>
                <a:latin typeface="Arial" panose="020B0604020202020204" pitchFamily="34" charset="0"/>
                <a:cs typeface="Arial" panose="020B0604020202020204" pitchFamily="34" charset="0"/>
              </a:rPr>
              <a:t>PART</a:t>
            </a:r>
            <a:endParaRPr lang="en-US" sz="2000" b="1" dirty="0">
              <a:solidFill>
                <a:srgbClr val="0C3877"/>
              </a:solidFill>
              <a:latin typeface="Arial" panose="020B0604020202020204" pitchFamily="34" charset="0"/>
              <a:cs typeface="Arial" panose="020B0604020202020204" pitchFamily="34" charset="0"/>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封底">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alphaModFix amt="32000"/>
          </a:blip>
          <a:stretch>
            <a:fillRect/>
          </a:stretch>
        </p:blipFill>
        <p:spPr>
          <a:xfrm>
            <a:off x="0" y="-1"/>
            <a:ext cx="12192000" cy="6858001"/>
          </a:xfrm>
          <a:prstGeom prst="rect">
            <a:avLst/>
          </a:prstGeom>
        </p:spPr>
      </p:pic>
      <p:grpSp>
        <p:nvGrpSpPr>
          <p:cNvPr id="11" name="Group 10"/>
          <p:cNvGrpSpPr/>
          <p:nvPr userDrawn="1"/>
        </p:nvGrpSpPr>
        <p:grpSpPr>
          <a:xfrm>
            <a:off x="2098675" y="306249"/>
            <a:ext cx="7994650" cy="1353443"/>
            <a:chOff x="2098675" y="1608584"/>
            <a:chExt cx="7994650" cy="1353443"/>
          </a:xfrm>
        </p:grpSpPr>
        <p:cxnSp>
          <p:nvCxnSpPr>
            <p:cNvPr id="8" name="PA_直接连接符 15"/>
            <p:cNvCxnSpPr/>
            <p:nvPr userDrawn="1">
              <p:custDataLst>
                <p:tags r:id="rId1"/>
              </p:custDataLst>
            </p:nvPr>
          </p:nvCxnSpPr>
          <p:spPr>
            <a:xfrm>
              <a:off x="2098675" y="2488285"/>
              <a:ext cx="7994650" cy="0"/>
            </a:xfrm>
            <a:prstGeom prst="line">
              <a:avLst/>
            </a:prstGeom>
            <a:noFill/>
            <a:ln w="12700" cap="flat" cmpd="sng" algn="ctr">
              <a:solidFill>
                <a:srgbClr val="9D212F"/>
              </a:solidFill>
              <a:prstDash val="dashDot"/>
              <a:miter lim="800000"/>
            </a:ln>
            <a:effectLst/>
          </p:spPr>
        </p:cxnSp>
        <p:sp>
          <p:nvSpPr>
            <p:cNvPr id="9" name="文本框 27"/>
            <p:cNvSpPr txBox="1"/>
            <p:nvPr userDrawn="1"/>
          </p:nvSpPr>
          <p:spPr>
            <a:xfrm>
              <a:off x="2719276" y="2654250"/>
              <a:ext cx="6753448" cy="307777"/>
            </a:xfrm>
            <a:prstGeom prst="rect">
              <a:avLst/>
            </a:prstGeom>
            <a:noFill/>
          </p:spPr>
          <p:txBody>
            <a:bodyPr wrap="square" rtlCol="0">
              <a:spAutoFit/>
            </a:bodyPr>
            <a:lstStyle/>
            <a:p>
              <a:pPr lvl="0" algn="dist"/>
              <a:r>
                <a:rPr lang="en-US" altLang="zh-CN" sz="1400" dirty="0">
                  <a:solidFill>
                    <a:srgbClr val="0C3877"/>
                  </a:solidFill>
                  <a:cs typeface="+mn-ea"/>
                  <a:sym typeface="+mn-lt"/>
                </a:rPr>
                <a:t>- THANK YOU FOR YOUR LISTENING-</a:t>
              </a:r>
            </a:p>
          </p:txBody>
        </p:sp>
        <p:sp>
          <p:nvSpPr>
            <p:cNvPr id="10" name="矩形 31"/>
            <p:cNvSpPr/>
            <p:nvPr userDrawn="1"/>
          </p:nvSpPr>
          <p:spPr>
            <a:xfrm>
              <a:off x="2833120" y="1608584"/>
              <a:ext cx="6701578" cy="768350"/>
            </a:xfrm>
            <a:prstGeom prst="rect">
              <a:avLst/>
            </a:prstGeom>
          </p:spPr>
          <p:txBody>
            <a:bodyPr wrap="square">
              <a:spAutoFit/>
            </a:bodyPr>
            <a:lstStyle/>
            <a:p>
              <a:pPr lvl="0" algn="dist"/>
              <a:r>
                <a:rPr lang="zh-CN" altLang="en-US" sz="4400" b="1" spc="600" dirty="0">
                  <a:solidFill>
                    <a:srgbClr val="0C3877"/>
                  </a:solidFill>
                  <a:cs typeface="+mn-ea"/>
                  <a:sym typeface="+mn-lt"/>
                </a:rPr>
                <a:t>请老师和同学批评指正！</a:t>
              </a:r>
            </a:p>
          </p:txBody>
        </p:sp>
      </p:grpSp>
      <p:sp>
        <p:nvSpPr>
          <p:cNvPr id="12" name="矩形: 圆角 15"/>
          <p:cNvSpPr/>
          <p:nvPr userDrawn="1"/>
        </p:nvSpPr>
        <p:spPr>
          <a:xfrm>
            <a:off x="2309141" y="1971023"/>
            <a:ext cx="2860425"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13" name="Graphic 12" descr="Use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443849" y="1971023"/>
            <a:ext cx="423645" cy="423645"/>
          </a:xfrm>
          <a:prstGeom prst="rect">
            <a:avLst/>
          </a:prstGeom>
        </p:spPr>
      </p:pic>
      <p:sp>
        <p:nvSpPr>
          <p:cNvPr id="14" name="TextBox 13"/>
          <p:cNvSpPr txBox="1"/>
          <p:nvPr userDrawn="1"/>
        </p:nvSpPr>
        <p:spPr>
          <a:xfrm>
            <a:off x="2857893" y="1998179"/>
            <a:ext cx="1107996" cy="369332"/>
          </a:xfrm>
          <a:prstGeom prst="rect">
            <a:avLst/>
          </a:prstGeom>
          <a:noFill/>
        </p:spPr>
        <p:txBody>
          <a:bodyPr wrap="none" rtlCol="0">
            <a:spAutoFit/>
          </a:bodyPr>
          <a:lstStyle/>
          <a:p>
            <a:r>
              <a:rPr lang="en-US">
                <a:latin typeface="楷体" panose="02010609060101010101" pitchFamily="49" charset="-122"/>
                <a:ea typeface="楷体" panose="02010609060101010101" pitchFamily="49" charset="-122"/>
              </a:rPr>
              <a:t>报告人</a:t>
            </a:r>
            <a:r>
              <a:rPr lang="zh-CN" altLang="en-US">
                <a:latin typeface="楷体" panose="02010609060101010101" pitchFamily="49" charset="-122"/>
                <a:ea typeface="楷体" panose="02010609060101010101" pitchFamily="49" charset="-122"/>
              </a:rPr>
              <a:t>：</a:t>
            </a:r>
            <a:endParaRPr lang="en-US">
              <a:latin typeface="楷体" panose="02010609060101010101" pitchFamily="49" charset="-122"/>
              <a:ea typeface="楷体" panose="02010609060101010101" pitchFamily="49" charset="-122"/>
            </a:endParaRPr>
          </a:p>
        </p:txBody>
      </p:sp>
      <p:sp>
        <p:nvSpPr>
          <p:cNvPr id="15" name="Text Placeholder 29"/>
          <p:cNvSpPr>
            <a:spLocks noGrp="1"/>
          </p:cNvSpPr>
          <p:nvPr>
            <p:ph type="body" sz="quarter" idx="10" hasCustomPrompt="1"/>
          </p:nvPr>
        </p:nvSpPr>
        <p:spPr>
          <a:xfrm>
            <a:off x="3790648" y="2027359"/>
            <a:ext cx="1107996" cy="340152"/>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zh-CN" altLang="en-US" dirty="0"/>
              <a:t>罗海枫</a:t>
            </a:r>
          </a:p>
        </p:txBody>
      </p:sp>
      <p:sp>
        <p:nvSpPr>
          <p:cNvPr id="16" name="矩形: 圆角 15"/>
          <p:cNvSpPr/>
          <p:nvPr userDrawn="1"/>
        </p:nvSpPr>
        <p:spPr>
          <a:xfrm>
            <a:off x="7022436" y="1932036"/>
            <a:ext cx="4564273"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17" name="TextBox 16"/>
          <p:cNvSpPr txBox="1"/>
          <p:nvPr userDrawn="1"/>
        </p:nvSpPr>
        <p:spPr>
          <a:xfrm>
            <a:off x="7571188" y="1959192"/>
            <a:ext cx="877163" cy="369332"/>
          </a:xfrm>
          <a:prstGeom prst="rect">
            <a:avLst/>
          </a:prstGeom>
          <a:noFill/>
        </p:spPr>
        <p:txBody>
          <a:bodyPr wrap="square" rtlCol="0">
            <a:spAutoFit/>
          </a:bodyPr>
          <a:lstStyle/>
          <a:p>
            <a:r>
              <a:rPr lang="en-US">
                <a:latin typeface="楷体" panose="02010609060101010101" pitchFamily="49" charset="-122"/>
                <a:ea typeface="楷体" panose="02010609060101010101" pitchFamily="49" charset="-122"/>
              </a:rPr>
              <a:t>邮箱</a:t>
            </a:r>
            <a:r>
              <a:rPr lang="zh-CN" altLang="en-US">
                <a:latin typeface="楷体" panose="02010609060101010101" pitchFamily="49" charset="-122"/>
                <a:ea typeface="楷体" panose="02010609060101010101" pitchFamily="49" charset="-122"/>
              </a:rPr>
              <a:t>：</a:t>
            </a:r>
            <a:endParaRPr lang="en-US">
              <a:latin typeface="楷体" panose="02010609060101010101" pitchFamily="49" charset="-122"/>
              <a:ea typeface="楷体" panose="02010609060101010101" pitchFamily="49" charset="-122"/>
            </a:endParaRPr>
          </a:p>
        </p:txBody>
      </p:sp>
      <p:sp>
        <p:nvSpPr>
          <p:cNvPr id="18" name="Text Placeholder 29"/>
          <p:cNvSpPr>
            <a:spLocks noGrp="1"/>
          </p:cNvSpPr>
          <p:nvPr>
            <p:ph type="body" sz="quarter" idx="11" hasCustomPrompt="1"/>
          </p:nvPr>
        </p:nvSpPr>
        <p:spPr>
          <a:xfrm>
            <a:off x="8503942" y="1988372"/>
            <a:ext cx="3082767" cy="340152"/>
          </a:xfrm>
          <a:prstGeom prst="rect">
            <a:avLst/>
          </a:prstGeom>
        </p:spPr>
        <p:txBody>
          <a:bodyPr/>
          <a:lstStyle>
            <a:lvl1pPr marL="0" indent="0">
              <a:buNone/>
              <a:defRPr sz="1800">
                <a:latin typeface="楷体" panose="02010609060101010101" pitchFamily="49" charset="-122"/>
                <a:ea typeface="楷体" panose="02010609060101010101" pitchFamily="49" charset="-122"/>
              </a:defRPr>
            </a:lvl1pPr>
          </a:lstStyle>
          <a:p>
            <a:pPr lvl="0"/>
            <a:r>
              <a:rPr lang="en-US" err="1"/>
              <a:t>邮箱地址</a:t>
            </a:r>
            <a:endParaRPr lang="en-US"/>
          </a:p>
        </p:txBody>
      </p:sp>
      <p:pic>
        <p:nvPicPr>
          <p:cNvPr id="19" name="Graphic 18" descr="Email"/>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56456" y="1988372"/>
            <a:ext cx="414732" cy="331730"/>
          </a:xfrm>
          <a:prstGeom prst="rect">
            <a:avLst/>
          </a:prstGeom>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Ending Page_En">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3">
            <a:alphaModFix amt="32000"/>
          </a:blip>
          <a:stretch>
            <a:fillRect/>
          </a:stretch>
        </p:blipFill>
        <p:spPr>
          <a:xfrm>
            <a:off x="0" y="-1"/>
            <a:ext cx="12192000" cy="6858001"/>
          </a:xfrm>
          <a:prstGeom prst="rect">
            <a:avLst/>
          </a:prstGeom>
        </p:spPr>
      </p:pic>
      <p:grpSp>
        <p:nvGrpSpPr>
          <p:cNvPr id="11" name="Group 10"/>
          <p:cNvGrpSpPr/>
          <p:nvPr userDrawn="1"/>
        </p:nvGrpSpPr>
        <p:grpSpPr>
          <a:xfrm>
            <a:off x="1416560" y="416509"/>
            <a:ext cx="9358880" cy="1352628"/>
            <a:chOff x="1416560" y="1718844"/>
            <a:chExt cx="9358880" cy="1352628"/>
          </a:xfrm>
        </p:grpSpPr>
        <p:cxnSp>
          <p:nvCxnSpPr>
            <p:cNvPr id="8" name="PA_直接连接符 15"/>
            <p:cNvCxnSpPr/>
            <p:nvPr userDrawn="1">
              <p:custDataLst>
                <p:tags r:id="rId1"/>
              </p:custDataLst>
            </p:nvPr>
          </p:nvCxnSpPr>
          <p:spPr>
            <a:xfrm>
              <a:off x="2098675" y="2488285"/>
              <a:ext cx="7994650" cy="0"/>
            </a:xfrm>
            <a:prstGeom prst="line">
              <a:avLst/>
            </a:prstGeom>
            <a:noFill/>
            <a:ln w="12700" cap="flat" cmpd="sng" algn="ctr">
              <a:solidFill>
                <a:srgbClr val="9D212F"/>
              </a:solidFill>
              <a:prstDash val="dashDot"/>
              <a:miter lim="800000"/>
            </a:ln>
            <a:effectLst/>
          </p:spPr>
        </p:cxnSp>
        <p:sp>
          <p:nvSpPr>
            <p:cNvPr id="9" name="文本框 27"/>
            <p:cNvSpPr txBox="1"/>
            <p:nvPr userDrawn="1"/>
          </p:nvSpPr>
          <p:spPr>
            <a:xfrm>
              <a:off x="3911923" y="2671362"/>
              <a:ext cx="4368155" cy="400110"/>
            </a:xfrm>
            <a:prstGeom prst="rect">
              <a:avLst/>
            </a:prstGeom>
            <a:noFill/>
          </p:spPr>
          <p:txBody>
            <a:bodyPr wrap="square" rtlCol="0">
              <a:spAutoFit/>
            </a:bodyPr>
            <a:lstStyle/>
            <a:p>
              <a:pPr lvl="0" algn="dist"/>
              <a:r>
                <a:rPr lang="en-US" altLang="zh-CN" sz="2000" dirty="0">
                  <a:solidFill>
                    <a:srgbClr val="0C3877"/>
                  </a:solidFill>
                  <a:cs typeface="+mn-ea"/>
                  <a:sym typeface="+mn-lt"/>
                </a:rPr>
                <a:t>Questions and comments are welcome!</a:t>
              </a:r>
            </a:p>
          </p:txBody>
        </p:sp>
        <p:sp>
          <p:nvSpPr>
            <p:cNvPr id="10" name="矩形 31"/>
            <p:cNvSpPr/>
            <p:nvPr userDrawn="1"/>
          </p:nvSpPr>
          <p:spPr>
            <a:xfrm>
              <a:off x="1416560" y="1718844"/>
              <a:ext cx="9358880" cy="769441"/>
            </a:xfrm>
            <a:prstGeom prst="rect">
              <a:avLst/>
            </a:prstGeom>
          </p:spPr>
          <p:txBody>
            <a:bodyPr wrap="square">
              <a:spAutoFit/>
            </a:bodyPr>
            <a:lstStyle/>
            <a:p>
              <a:pPr lvl="0" algn="dist"/>
              <a:r>
                <a:rPr lang="en-US" altLang="zh-CN" sz="4400" b="1" spc="600" dirty="0">
                  <a:solidFill>
                    <a:srgbClr val="0C3877"/>
                  </a:solidFill>
                  <a:latin typeface="Arial" panose="020B0604020202020204" pitchFamily="34" charset="0"/>
                  <a:cs typeface="Arial" panose="020B0604020202020204" pitchFamily="34" charset="0"/>
                  <a:sym typeface="+mn-lt"/>
                </a:rPr>
                <a:t>Thanks for Your Attention</a:t>
              </a:r>
              <a:r>
                <a:rPr lang="zh-CN" altLang="en-US" sz="4400" b="1" spc="600" dirty="0">
                  <a:solidFill>
                    <a:srgbClr val="0C3877"/>
                  </a:solidFill>
                  <a:latin typeface="Arial" panose="020B0604020202020204" pitchFamily="34" charset="0"/>
                  <a:cs typeface="Arial" panose="020B0604020202020204" pitchFamily="34" charset="0"/>
                  <a:sym typeface="+mn-lt"/>
                </a:rPr>
                <a:t>！</a:t>
              </a:r>
            </a:p>
          </p:txBody>
        </p:sp>
      </p:grpSp>
      <p:sp>
        <p:nvSpPr>
          <p:cNvPr id="2" name="矩形: 圆角 15"/>
          <p:cNvSpPr/>
          <p:nvPr userDrawn="1"/>
        </p:nvSpPr>
        <p:spPr>
          <a:xfrm>
            <a:off x="1803194" y="2182360"/>
            <a:ext cx="3321489"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pic>
        <p:nvPicPr>
          <p:cNvPr id="3" name="Graphic 2" descr="Use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937902" y="2188275"/>
            <a:ext cx="423645" cy="423645"/>
          </a:xfrm>
          <a:prstGeom prst="rect">
            <a:avLst/>
          </a:prstGeom>
        </p:spPr>
      </p:pic>
      <p:sp>
        <p:nvSpPr>
          <p:cNvPr id="5" name="TextBox 4"/>
          <p:cNvSpPr txBox="1"/>
          <p:nvPr userDrawn="1"/>
        </p:nvSpPr>
        <p:spPr>
          <a:xfrm>
            <a:off x="2351946" y="2215431"/>
            <a:ext cx="1274708" cy="369332"/>
          </a:xfrm>
          <a:prstGeom prst="rect">
            <a:avLst/>
          </a:prstGeom>
          <a:noFill/>
        </p:spPr>
        <p:txBody>
          <a:bodyPr wrap="none" rtlCol="0">
            <a:spAutoFit/>
          </a:bodyPr>
          <a:lstStyle/>
          <a:p>
            <a:r>
              <a:rPr lang="en-US" baseline="0" dirty="0">
                <a:latin typeface="Arial" panose="020B0604020202020204" pitchFamily="34" charset="0"/>
                <a:ea typeface="楷体" panose="02010609060101010101" pitchFamily="49" charset="-122"/>
              </a:rPr>
              <a:t>Speaker</a:t>
            </a:r>
            <a:r>
              <a:rPr lang="zh-CN" altLang="en-US" baseline="0" dirty="0">
                <a:latin typeface="Arial" panose="020B0604020202020204" pitchFamily="34" charset="0"/>
                <a:ea typeface="楷体" panose="02010609060101010101" pitchFamily="49" charset="-122"/>
              </a:rPr>
              <a:t>：</a:t>
            </a:r>
            <a:endParaRPr lang="en-US" baseline="0" dirty="0">
              <a:latin typeface="Arial" panose="020B0604020202020204" pitchFamily="34" charset="0"/>
              <a:ea typeface="楷体" panose="02010609060101010101" pitchFamily="49" charset="-122"/>
            </a:endParaRPr>
          </a:p>
        </p:txBody>
      </p:sp>
      <p:sp>
        <p:nvSpPr>
          <p:cNvPr id="6" name="Text Placeholder 29"/>
          <p:cNvSpPr>
            <a:spLocks noGrp="1"/>
          </p:cNvSpPr>
          <p:nvPr>
            <p:ph type="body" sz="quarter" idx="12" hasCustomPrompt="1"/>
          </p:nvPr>
        </p:nvSpPr>
        <p:spPr>
          <a:xfrm>
            <a:off x="3467952" y="2230021"/>
            <a:ext cx="1107996" cy="340152"/>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dirty="0"/>
              <a:t>Name</a:t>
            </a:r>
          </a:p>
        </p:txBody>
      </p:sp>
      <p:sp>
        <p:nvSpPr>
          <p:cNvPr id="7" name="矩形: 圆角 15"/>
          <p:cNvSpPr/>
          <p:nvPr userDrawn="1"/>
        </p:nvSpPr>
        <p:spPr>
          <a:xfrm>
            <a:off x="6971236" y="2182360"/>
            <a:ext cx="4749597" cy="435475"/>
          </a:xfrm>
          <a:prstGeom prst="roundRect">
            <a:avLst>
              <a:gd name="adj" fmla="val 5000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cs typeface="+mn-ea"/>
              <a:sym typeface="+mn-lt"/>
            </a:endParaRPr>
          </a:p>
        </p:txBody>
      </p:sp>
      <p:sp>
        <p:nvSpPr>
          <p:cNvPr id="20" name="TextBox 19"/>
          <p:cNvSpPr txBox="1"/>
          <p:nvPr userDrawn="1"/>
        </p:nvSpPr>
        <p:spPr>
          <a:xfrm>
            <a:off x="7509170" y="2215431"/>
            <a:ext cx="825867" cy="369332"/>
          </a:xfrm>
          <a:prstGeom prst="rect">
            <a:avLst/>
          </a:prstGeom>
          <a:noFill/>
        </p:spPr>
        <p:txBody>
          <a:bodyPr wrap="none" rtlCol="0">
            <a:spAutoFit/>
          </a:bodyPr>
          <a:lstStyle/>
          <a:p>
            <a:r>
              <a:rPr lang="en-US" altLang="zh-CN" baseline="0" dirty="0">
                <a:latin typeface="Arial" panose="020B0604020202020204" pitchFamily="34" charset="0"/>
                <a:ea typeface="楷体" panose="02010609060101010101" pitchFamily="49" charset="-122"/>
              </a:rPr>
              <a:t>Email:</a:t>
            </a:r>
            <a:endParaRPr lang="en-US" baseline="0" dirty="0">
              <a:latin typeface="Arial" panose="020B0604020202020204" pitchFamily="34" charset="0"/>
              <a:ea typeface="楷体" panose="02010609060101010101" pitchFamily="49" charset="-122"/>
            </a:endParaRPr>
          </a:p>
        </p:txBody>
      </p:sp>
      <p:sp>
        <p:nvSpPr>
          <p:cNvPr id="21" name="Text Placeholder 29"/>
          <p:cNvSpPr>
            <a:spLocks noGrp="1"/>
          </p:cNvSpPr>
          <p:nvPr>
            <p:ph type="body" sz="quarter" idx="13" hasCustomPrompt="1"/>
          </p:nvPr>
        </p:nvSpPr>
        <p:spPr>
          <a:xfrm>
            <a:off x="8300942" y="2230888"/>
            <a:ext cx="3118199" cy="338419"/>
          </a:xfrm>
          <a:prstGeom prst="rect">
            <a:avLst/>
          </a:prstGeom>
        </p:spPr>
        <p:txBody>
          <a:bodyPr/>
          <a:lstStyle>
            <a:lvl1pPr marL="0" indent="0">
              <a:buNone/>
              <a:defRPr sz="1800" baseline="0">
                <a:latin typeface="Calibri" panose="020F0502020204030204" pitchFamily="34" charset="0"/>
                <a:ea typeface="楷体" panose="02010609060101010101" pitchFamily="49" charset="-122"/>
              </a:defRPr>
            </a:lvl1pPr>
          </a:lstStyle>
          <a:p>
            <a:pPr lvl="0"/>
            <a:r>
              <a:rPr lang="en-US" altLang="zh-CN" dirty="0"/>
              <a:t>xxx.xxx@xxx.com</a:t>
            </a:r>
            <a:endParaRPr lang="en-US" dirty="0"/>
          </a:p>
        </p:txBody>
      </p:sp>
      <p:pic>
        <p:nvPicPr>
          <p:cNvPr id="22" name="Graphic 21" descr="Email with solid fill"/>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067952" y="2179488"/>
            <a:ext cx="441218" cy="441218"/>
          </a:xfrm>
          <a:prstGeom prst="rect">
            <a:avLst/>
          </a:prstGeom>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29" name="Text Placeholder 28"/>
          <p:cNvSpPr>
            <a:spLocks noGrp="1"/>
          </p:cNvSpPr>
          <p:nvPr>
            <p:ph type="body" sz="quarter" idx="10" hasCustomPrompt="1"/>
          </p:nvPr>
        </p:nvSpPr>
        <p:spPr>
          <a:xfrm>
            <a:off x="838200" y="996282"/>
            <a:ext cx="4677229" cy="451304"/>
          </a:xfrm>
          <a:prstGeom prst="rect">
            <a:avLst/>
          </a:prstGeom>
          <a:gradFill>
            <a:gsLst>
              <a:gs pos="0">
                <a:schemeClr val="accent5">
                  <a:lumMod val="40000"/>
                  <a:lumOff val="60000"/>
                </a:schemeClr>
              </a:gs>
              <a:gs pos="45000">
                <a:schemeClr val="accent5">
                  <a:lumMod val="20000"/>
                  <a:lumOff val="80000"/>
                </a:schemeClr>
              </a:gs>
              <a:gs pos="100000">
                <a:schemeClr val="bg1"/>
              </a:gs>
            </a:gsLst>
            <a:lin ang="0" scaled="1"/>
          </a:gradFill>
        </p:spPr>
        <p:txBody>
          <a:bodyPr anchor="ctr">
            <a:normAutofit/>
          </a:bodyPr>
          <a:lstStyle>
            <a:lvl1pPr marL="0" indent="0">
              <a:buFont typeface="Arial" panose="020B0604020202020204" pitchFamily="34" charset="0"/>
              <a:buNone/>
              <a:defRPr sz="2400" baseline="0">
                <a:latin typeface="Arial" panose="020B0604020202020204" pitchFamily="34" charset="0"/>
                <a:ea typeface="楷体" panose="02010609060101010101" pitchFamily="49" charset="-122"/>
              </a:defRPr>
            </a:lvl1pPr>
          </a:lstStyle>
          <a:p>
            <a:pPr lvl="0"/>
            <a:r>
              <a:rPr lang="en-US" dirty="0"/>
              <a:t>请输入本页主题</a:t>
            </a:r>
          </a:p>
        </p:txBody>
      </p:sp>
      <p:sp>
        <p:nvSpPr>
          <p:cNvPr id="2" name="Title 22"/>
          <p:cNvSpPr>
            <a:spLocks noGrp="1"/>
          </p:cNvSpPr>
          <p:nvPr>
            <p:ph type="title" hasCustomPrompt="1"/>
          </p:nvPr>
        </p:nvSpPr>
        <p:spPr>
          <a:xfrm>
            <a:off x="838200" y="100921"/>
            <a:ext cx="8166100" cy="700995"/>
          </a:xfrm>
          <a:prstGeom prst="rect">
            <a:avLst/>
          </a:prstGeom>
        </p:spPr>
        <p:txBody>
          <a:bodyPr vert="horz" lIns="91440" tIns="45720" rIns="91440" bIns="45720" rtlCol="0" anchor="ctr">
            <a:normAutofit/>
          </a:bodyPr>
          <a:lstStyle>
            <a:lvl1pPr>
              <a:defRPr lang="en-US" sz="3200" baseline="0">
                <a:ea typeface="楷体" panose="02010609060101010101" pitchFamily="49" charset="-122"/>
              </a:defRPr>
            </a:lvl1pPr>
          </a:lstStyle>
          <a:p>
            <a:pPr lvl="0"/>
            <a:r>
              <a:rPr lang="en-US" dirty="0" err="1"/>
              <a:t>请输入本章主题</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2" Type="http://schemas.openxmlformats.org/officeDocument/2006/relationships/slideLayout" Target="../slideLayouts/slideLayout17.xml"/><Relationship Id="rId16" Type="http://schemas.openxmlformats.org/officeDocument/2006/relationships/image" Target="../media/image1.png"/><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theme" Target="../theme/theme2.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直接连接符 46"/>
          <p:cNvCxnSpPr/>
          <p:nvPr userDrawn="1"/>
        </p:nvCxnSpPr>
        <p:spPr>
          <a:xfrm>
            <a:off x="831106" y="842593"/>
            <a:ext cx="11360894" cy="0"/>
          </a:xfrm>
          <a:prstGeom prst="line">
            <a:avLst/>
          </a:prstGeom>
          <a:ln>
            <a:solidFill>
              <a:srgbClr val="0C3877"/>
            </a:solidFill>
          </a:ln>
        </p:spPr>
        <p:style>
          <a:lnRef idx="1">
            <a:schemeClr val="accent1"/>
          </a:lnRef>
          <a:fillRef idx="0">
            <a:schemeClr val="accent1"/>
          </a:fillRef>
          <a:effectRef idx="0">
            <a:schemeClr val="accent1"/>
          </a:effectRef>
          <a:fontRef idx="minor">
            <a:schemeClr val="tx1"/>
          </a:fontRef>
        </p:style>
      </p:cxnSp>
      <p:grpSp>
        <p:nvGrpSpPr>
          <p:cNvPr id="22" name="组合 47"/>
          <p:cNvGrpSpPr/>
          <p:nvPr userDrawn="1"/>
        </p:nvGrpSpPr>
        <p:grpSpPr>
          <a:xfrm>
            <a:off x="0" y="87086"/>
            <a:ext cx="831106" cy="755507"/>
            <a:chOff x="270021" y="998863"/>
            <a:chExt cx="281848" cy="264986"/>
          </a:xfrm>
        </p:grpSpPr>
        <p:sp>
          <p:nvSpPr>
            <p:cNvPr id="23" name="矩形 48"/>
            <p:cNvSpPr/>
            <p:nvPr/>
          </p:nvSpPr>
          <p:spPr>
            <a:xfrm>
              <a:off x="270021" y="998863"/>
              <a:ext cx="216024" cy="216024"/>
            </a:xfrm>
            <a:prstGeom prst="rect">
              <a:avLst/>
            </a:prstGeom>
            <a:noFill/>
            <a:ln w="12700">
              <a:solidFill>
                <a:srgbClr val="0C38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49"/>
            <p:cNvSpPr/>
            <p:nvPr/>
          </p:nvSpPr>
          <p:spPr>
            <a:xfrm>
              <a:off x="371849" y="1083829"/>
              <a:ext cx="180020" cy="180020"/>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Picture 4" descr="A picture containing scatter chart&#10;&#10;Description automatically generated"/>
          <p:cNvPicPr>
            <a:picLocks noChangeAspect="1"/>
          </p:cNvPicPr>
          <p:nvPr userDrawn="1"/>
        </p:nvPicPr>
        <p:blipFill>
          <a:blip r:embed="rId17"/>
          <a:stretch>
            <a:fillRect/>
          </a:stretch>
        </p:blipFill>
        <p:spPr>
          <a:xfrm>
            <a:off x="9198968" y="50016"/>
            <a:ext cx="2924267" cy="741488"/>
          </a:xfrm>
          <a:prstGeom prst="rect">
            <a:avLst/>
          </a:prstGeom>
        </p:spPr>
      </p:pic>
      <p:sp>
        <p:nvSpPr>
          <p:cNvPr id="6" name="Title Placeholder 5"/>
          <p:cNvSpPr>
            <a:spLocks noGrp="1"/>
          </p:cNvSpPr>
          <p:nvPr>
            <p:ph type="title"/>
          </p:nvPr>
        </p:nvSpPr>
        <p:spPr>
          <a:xfrm>
            <a:off x="838200" y="75561"/>
            <a:ext cx="8267700" cy="741488"/>
          </a:xfrm>
          <a:prstGeom prst="rect">
            <a:avLst/>
          </a:prstGeom>
        </p:spPr>
        <p:txBody>
          <a:bodyPr vert="horz" lIns="91440" tIns="45720" rIns="91440" bIns="45720" rtlCol="0" anchor="ctr">
            <a:normAutofit/>
          </a:bodyPr>
          <a:lstStyle/>
          <a:p>
            <a:r>
              <a:rPr lang="zh-CN" altLang="en-US" dirty="0"/>
              <a:t>请输入本页主题</a:t>
            </a:r>
            <a:endParaRPr lang="en-US" dirty="0"/>
          </a:p>
        </p:txBody>
      </p:sp>
      <p:sp>
        <p:nvSpPr>
          <p:cNvPr id="7" name="Text Placeholder 6"/>
          <p:cNvSpPr>
            <a:spLocks noGrp="1"/>
          </p:cNvSpPr>
          <p:nvPr>
            <p:ph type="body" idx="1"/>
          </p:nvPr>
        </p:nvSpPr>
        <p:spPr>
          <a:xfrm>
            <a:off x="114299" y="934072"/>
            <a:ext cx="12008935" cy="55137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2"/>
          </p:nvPr>
        </p:nvSpPr>
        <p:spPr>
          <a:xfrm>
            <a:off x="114299" y="6542993"/>
            <a:ext cx="1280160" cy="228600"/>
          </a:xfrm>
          <a:prstGeom prst="rect">
            <a:avLst/>
          </a:prstGeom>
        </p:spPr>
        <p:txBody>
          <a:bodyPr vert="horz" lIns="91440" tIns="45720" rIns="91440" bIns="45720" rtlCol="0" anchor="ctr"/>
          <a:lstStyle>
            <a:lvl1pPr algn="l">
              <a:defRPr sz="1200" b="1">
                <a:solidFill>
                  <a:schemeClr val="accent5">
                    <a:lumMod val="60000"/>
                    <a:lumOff val="40000"/>
                  </a:schemeClr>
                </a:solidFill>
              </a:defRPr>
            </a:lvl1pPr>
          </a:lstStyle>
          <a:p>
            <a:fld id="{C6D61D35-667D-4D0F-A65E-68C22ECA5235}" type="datetime1">
              <a:rPr lang="en-US" smtClean="0"/>
              <a:t>4/14/2026</a:t>
            </a:fld>
            <a:endParaRPr lang="en-US" dirty="0"/>
          </a:p>
        </p:txBody>
      </p:sp>
      <p:sp>
        <p:nvSpPr>
          <p:cNvPr id="9" name="Footer Placeholder 8"/>
          <p:cNvSpPr>
            <a:spLocks noGrp="1"/>
          </p:cNvSpPr>
          <p:nvPr>
            <p:ph type="ftr" sz="quarter" idx="3"/>
          </p:nvPr>
        </p:nvSpPr>
        <p:spPr>
          <a:xfrm>
            <a:off x="1473200" y="6542993"/>
            <a:ext cx="10042524" cy="228600"/>
          </a:xfrm>
          <a:prstGeom prst="rect">
            <a:avLst/>
          </a:prstGeom>
        </p:spPr>
        <p:txBody>
          <a:bodyPr vert="horz" lIns="91440" tIns="45720" rIns="91440" bIns="45720" rtlCol="0" anchor="ctr"/>
          <a:lstStyle>
            <a:lvl1pPr algn="ctr">
              <a:defRPr sz="1200">
                <a:solidFill>
                  <a:schemeClr val="accent5">
                    <a:lumMod val="60000"/>
                    <a:lumOff val="40000"/>
                  </a:schemeClr>
                </a:solidFill>
              </a:defRPr>
            </a:lvl1pPr>
          </a:lstStyle>
          <a:p>
            <a:endParaRPr lang="en-US" dirty="0"/>
          </a:p>
        </p:txBody>
      </p:sp>
      <p:sp>
        <p:nvSpPr>
          <p:cNvPr id="10" name="Slide Number Placeholder 9"/>
          <p:cNvSpPr>
            <a:spLocks noGrp="1"/>
          </p:cNvSpPr>
          <p:nvPr>
            <p:ph type="sldNum" sz="quarter" idx="4"/>
          </p:nvPr>
        </p:nvSpPr>
        <p:spPr>
          <a:xfrm>
            <a:off x="11589834" y="6542993"/>
            <a:ext cx="533400" cy="228600"/>
          </a:xfrm>
          <a:prstGeom prst="rect">
            <a:avLst/>
          </a:prstGeom>
        </p:spPr>
        <p:txBody>
          <a:bodyPr vert="horz" lIns="91440" tIns="45720" rIns="91440" bIns="45720" rtlCol="0" anchor="ctr"/>
          <a:lstStyle>
            <a:lvl1pPr algn="r">
              <a:defRPr sz="1200" b="1">
                <a:solidFill>
                  <a:schemeClr val="accent5">
                    <a:lumMod val="60000"/>
                    <a:lumOff val="40000"/>
                  </a:schemeClr>
                </a:solidFill>
              </a:defRPr>
            </a:lvl1pPr>
          </a:lstStyle>
          <a:p>
            <a:fld id="{8D48AAE3-8C0E-48A8-B421-1F15F8D1933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p:txStyles>
    <p:titleStyle>
      <a:lvl1pPr algn="l" defTabSz="914400" rtl="0" eaLnBrk="1" latinLnBrk="0" hangingPunct="1">
        <a:lnSpc>
          <a:spcPct val="90000"/>
        </a:lnSpc>
        <a:spcBef>
          <a:spcPct val="0"/>
        </a:spcBef>
        <a:buNone/>
        <a:defRPr sz="2800" kern="1200" baseline="0">
          <a:solidFill>
            <a:schemeClr val="tx1"/>
          </a:solidFill>
          <a:latin typeface="Arial" panose="020B0604020202020204" pitchFamily="34" charset="0"/>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p:cNvSpPr/>
          <p:nvPr userDrawn="1"/>
        </p:nvSpPr>
        <p:spPr>
          <a:xfrm>
            <a:off x="0" y="6812954"/>
            <a:ext cx="12192000" cy="87086"/>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直接连接符 46"/>
          <p:cNvCxnSpPr/>
          <p:nvPr userDrawn="1"/>
        </p:nvCxnSpPr>
        <p:spPr>
          <a:xfrm>
            <a:off x="831106" y="842593"/>
            <a:ext cx="11360894" cy="0"/>
          </a:xfrm>
          <a:prstGeom prst="line">
            <a:avLst/>
          </a:prstGeom>
          <a:ln>
            <a:solidFill>
              <a:srgbClr val="0C3877"/>
            </a:solidFill>
          </a:ln>
        </p:spPr>
        <p:style>
          <a:lnRef idx="1">
            <a:schemeClr val="accent1"/>
          </a:lnRef>
          <a:fillRef idx="0">
            <a:schemeClr val="accent1"/>
          </a:fillRef>
          <a:effectRef idx="0">
            <a:schemeClr val="accent1"/>
          </a:effectRef>
          <a:fontRef idx="minor">
            <a:schemeClr val="tx1"/>
          </a:fontRef>
        </p:style>
      </p:cxnSp>
      <p:grpSp>
        <p:nvGrpSpPr>
          <p:cNvPr id="22" name="组合 47"/>
          <p:cNvGrpSpPr/>
          <p:nvPr userDrawn="1"/>
        </p:nvGrpSpPr>
        <p:grpSpPr>
          <a:xfrm>
            <a:off x="0" y="87086"/>
            <a:ext cx="831106" cy="755507"/>
            <a:chOff x="270021" y="998863"/>
            <a:chExt cx="281848" cy="264986"/>
          </a:xfrm>
        </p:grpSpPr>
        <p:sp>
          <p:nvSpPr>
            <p:cNvPr id="23" name="矩形 48"/>
            <p:cNvSpPr/>
            <p:nvPr/>
          </p:nvSpPr>
          <p:spPr>
            <a:xfrm>
              <a:off x="270021" y="998863"/>
              <a:ext cx="216024" cy="216024"/>
            </a:xfrm>
            <a:prstGeom prst="rect">
              <a:avLst/>
            </a:prstGeom>
            <a:noFill/>
            <a:ln w="12700">
              <a:solidFill>
                <a:srgbClr val="0C387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49"/>
            <p:cNvSpPr/>
            <p:nvPr/>
          </p:nvSpPr>
          <p:spPr>
            <a:xfrm>
              <a:off x="371849" y="1083829"/>
              <a:ext cx="180020" cy="180020"/>
            </a:xfrm>
            <a:prstGeom prst="rect">
              <a:avLst/>
            </a:prstGeom>
            <a:solidFill>
              <a:srgbClr val="0C38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5" name="Picture 4" descr="A picture containing scatter chart&#10;&#10;Description automatically generated"/>
          <p:cNvPicPr>
            <a:picLocks noChangeAspect="1"/>
          </p:cNvPicPr>
          <p:nvPr userDrawn="1"/>
        </p:nvPicPr>
        <p:blipFill>
          <a:blip r:embed="rId16"/>
          <a:stretch>
            <a:fillRect/>
          </a:stretch>
        </p:blipFill>
        <p:spPr>
          <a:xfrm>
            <a:off x="9198968" y="50016"/>
            <a:ext cx="2924267" cy="741488"/>
          </a:xfrm>
          <a:prstGeom prst="rect">
            <a:avLst/>
          </a:prstGeom>
        </p:spPr>
      </p:pic>
      <p:sp>
        <p:nvSpPr>
          <p:cNvPr id="6" name="Title Placeholder 5"/>
          <p:cNvSpPr>
            <a:spLocks noGrp="1"/>
          </p:cNvSpPr>
          <p:nvPr>
            <p:ph type="title"/>
          </p:nvPr>
        </p:nvSpPr>
        <p:spPr>
          <a:xfrm>
            <a:off x="838200" y="75561"/>
            <a:ext cx="8267700" cy="741488"/>
          </a:xfrm>
          <a:prstGeom prst="rect">
            <a:avLst/>
          </a:prstGeom>
        </p:spPr>
        <p:txBody>
          <a:bodyPr vert="horz" lIns="91440" tIns="45720" rIns="91440" bIns="45720" rtlCol="0" anchor="ctr">
            <a:normAutofit/>
          </a:bodyPr>
          <a:lstStyle/>
          <a:p>
            <a:r>
              <a:rPr lang="zh-CN" altLang="en-US" dirty="0"/>
              <a:t>请输入本页主题</a:t>
            </a:r>
            <a:endParaRPr lang="en-US" dirty="0"/>
          </a:p>
        </p:txBody>
      </p:sp>
      <p:sp>
        <p:nvSpPr>
          <p:cNvPr id="7" name="Text Placeholder 6"/>
          <p:cNvSpPr>
            <a:spLocks noGrp="1"/>
          </p:cNvSpPr>
          <p:nvPr>
            <p:ph type="body" idx="1"/>
          </p:nvPr>
        </p:nvSpPr>
        <p:spPr>
          <a:xfrm>
            <a:off x="114299" y="934072"/>
            <a:ext cx="12008935" cy="55137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2"/>
          </p:nvPr>
        </p:nvSpPr>
        <p:spPr>
          <a:xfrm>
            <a:off x="114299" y="6542993"/>
            <a:ext cx="1280160" cy="228600"/>
          </a:xfrm>
          <a:prstGeom prst="rect">
            <a:avLst/>
          </a:prstGeom>
        </p:spPr>
        <p:txBody>
          <a:bodyPr vert="horz" lIns="91440" tIns="45720" rIns="91440" bIns="45720" rtlCol="0" anchor="ctr"/>
          <a:lstStyle>
            <a:lvl1pPr algn="l">
              <a:defRPr sz="1200" b="1">
                <a:solidFill>
                  <a:schemeClr val="accent5">
                    <a:lumMod val="60000"/>
                    <a:lumOff val="40000"/>
                  </a:schemeClr>
                </a:solidFill>
              </a:defRPr>
            </a:lvl1pPr>
          </a:lstStyle>
          <a:p>
            <a:fld id="{C6D61D35-667D-4D0F-A65E-68C22ECA5235}" type="datetime1">
              <a:rPr lang="en-US" smtClean="0"/>
              <a:t>4/14/2026</a:t>
            </a:fld>
            <a:endParaRPr lang="en-US" dirty="0"/>
          </a:p>
        </p:txBody>
      </p:sp>
      <p:sp>
        <p:nvSpPr>
          <p:cNvPr id="9" name="Footer Placeholder 8"/>
          <p:cNvSpPr>
            <a:spLocks noGrp="1"/>
          </p:cNvSpPr>
          <p:nvPr>
            <p:ph type="ftr" sz="quarter" idx="3"/>
          </p:nvPr>
        </p:nvSpPr>
        <p:spPr>
          <a:xfrm>
            <a:off x="1473200" y="6542993"/>
            <a:ext cx="10042524" cy="228600"/>
          </a:xfrm>
          <a:prstGeom prst="rect">
            <a:avLst/>
          </a:prstGeom>
        </p:spPr>
        <p:txBody>
          <a:bodyPr vert="horz" lIns="91440" tIns="45720" rIns="91440" bIns="45720" rtlCol="0" anchor="ctr"/>
          <a:lstStyle>
            <a:lvl1pPr algn="ctr">
              <a:defRPr sz="1200">
                <a:solidFill>
                  <a:schemeClr val="accent5">
                    <a:lumMod val="60000"/>
                    <a:lumOff val="40000"/>
                  </a:schemeClr>
                </a:solidFill>
              </a:defRPr>
            </a:lvl1pPr>
          </a:lstStyle>
          <a:p>
            <a:endParaRPr lang="en-US" dirty="0"/>
          </a:p>
        </p:txBody>
      </p:sp>
      <p:sp>
        <p:nvSpPr>
          <p:cNvPr id="10" name="Slide Number Placeholder 9"/>
          <p:cNvSpPr>
            <a:spLocks noGrp="1"/>
          </p:cNvSpPr>
          <p:nvPr>
            <p:ph type="sldNum" sz="quarter" idx="4"/>
          </p:nvPr>
        </p:nvSpPr>
        <p:spPr>
          <a:xfrm>
            <a:off x="11589834" y="6542993"/>
            <a:ext cx="533400" cy="228600"/>
          </a:xfrm>
          <a:prstGeom prst="rect">
            <a:avLst/>
          </a:prstGeom>
        </p:spPr>
        <p:txBody>
          <a:bodyPr vert="horz" lIns="91440" tIns="45720" rIns="91440" bIns="45720" rtlCol="0" anchor="ctr"/>
          <a:lstStyle>
            <a:lvl1pPr algn="r">
              <a:defRPr sz="1200" b="1">
                <a:solidFill>
                  <a:schemeClr val="accent5">
                    <a:lumMod val="60000"/>
                    <a:lumOff val="40000"/>
                  </a:schemeClr>
                </a:solidFill>
              </a:defRPr>
            </a:lvl1pPr>
          </a:lstStyle>
          <a:p>
            <a:fld id="{8D48AAE3-8C0E-48A8-B421-1F15F8D19339}"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 id="2147483795" r:id="rId12"/>
    <p:sldLayoutId id="2147483796" r:id="rId13"/>
    <p:sldLayoutId id="2147483797" r:id="rId14"/>
  </p:sldLayoutIdLst>
  <p:hf hdr="0" ftr="0"/>
  <p:txStyles>
    <p:titleStyle>
      <a:lvl1pPr algn="l" defTabSz="914400" rtl="0" eaLnBrk="1" latinLnBrk="0" hangingPunct="1">
        <a:lnSpc>
          <a:spcPct val="90000"/>
        </a:lnSpc>
        <a:spcBef>
          <a:spcPct val="0"/>
        </a:spcBef>
        <a:buNone/>
        <a:defRPr sz="2800" kern="1200" baseline="0">
          <a:solidFill>
            <a:schemeClr val="tx1"/>
          </a:solidFill>
          <a:latin typeface="Arial" panose="020B0604020202020204" pitchFamily="34" charset="0"/>
          <a:ea typeface="楷体" panose="02010609060101010101" pitchFamily="49"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baseline="0">
          <a:solidFill>
            <a:schemeClr val="tx1"/>
          </a:solidFill>
          <a:latin typeface="Calibri" panose="020F0502020204030204" pitchFamily="34" charset="0"/>
          <a:ea typeface="楷体" panose="02010609060101010101" pitchFamily="49" charset="-122"/>
          <a:cs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9.emf"/><Relationship Id="rId18" Type="http://schemas.openxmlformats.org/officeDocument/2006/relationships/oleObject" Target="../embeddings/oleObject8.bin"/><Relationship Id="rId3" Type="http://schemas.openxmlformats.org/officeDocument/2006/relationships/image" Target="../media/image14.png"/><Relationship Id="rId21" Type="http://schemas.openxmlformats.org/officeDocument/2006/relationships/image" Target="../media/image23.emf"/><Relationship Id="rId7" Type="http://schemas.openxmlformats.org/officeDocument/2006/relationships/image" Target="../media/image16.emf"/><Relationship Id="rId12" Type="http://schemas.openxmlformats.org/officeDocument/2006/relationships/oleObject" Target="../embeddings/oleObject5.bin"/><Relationship Id="rId17" Type="http://schemas.openxmlformats.org/officeDocument/2006/relationships/image" Target="../media/image21.emf"/><Relationship Id="rId2" Type="http://schemas.openxmlformats.org/officeDocument/2006/relationships/notesSlide" Target="../notesSlides/notesSlide4.xml"/><Relationship Id="rId16" Type="http://schemas.openxmlformats.org/officeDocument/2006/relationships/oleObject" Target="../embeddings/oleObject7.bin"/><Relationship Id="rId20" Type="http://schemas.openxmlformats.org/officeDocument/2006/relationships/oleObject" Target="../embeddings/oleObject9.bin"/><Relationship Id="rId1" Type="http://schemas.openxmlformats.org/officeDocument/2006/relationships/slideLayout" Target="../slideLayouts/slideLayout17.xml"/><Relationship Id="rId6" Type="http://schemas.openxmlformats.org/officeDocument/2006/relationships/oleObject" Target="../embeddings/oleObject2.bin"/><Relationship Id="rId11" Type="http://schemas.openxmlformats.org/officeDocument/2006/relationships/image" Target="../media/image18.emf"/><Relationship Id="rId5" Type="http://schemas.openxmlformats.org/officeDocument/2006/relationships/image" Target="../media/image15.emf"/><Relationship Id="rId15" Type="http://schemas.openxmlformats.org/officeDocument/2006/relationships/image" Target="../media/image20.emf"/><Relationship Id="rId23" Type="http://schemas.openxmlformats.org/officeDocument/2006/relationships/image" Target="../media/image24.emf"/><Relationship Id="rId10" Type="http://schemas.openxmlformats.org/officeDocument/2006/relationships/oleObject" Target="../embeddings/oleObject4.bin"/><Relationship Id="rId19" Type="http://schemas.openxmlformats.org/officeDocument/2006/relationships/image" Target="../media/image22.emf"/><Relationship Id="rId4" Type="http://schemas.openxmlformats.org/officeDocument/2006/relationships/oleObject" Target="../embeddings/oleObject1.bin"/><Relationship Id="rId9" Type="http://schemas.openxmlformats.org/officeDocument/2006/relationships/image" Target="../media/image17.emf"/><Relationship Id="rId14" Type="http://schemas.openxmlformats.org/officeDocument/2006/relationships/oleObject" Target="../embeddings/oleObject6.bin"/><Relationship Id="rId22" Type="http://schemas.openxmlformats.org/officeDocument/2006/relationships/oleObject" Target="../embeddings/oleObject10.bin"/></Relationships>
</file>

<file path=ppt/slides/_rels/slide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330.png"/><Relationship Id="rId7" Type="http://schemas.openxmlformats.org/officeDocument/2006/relationships/image" Target="../media/image44.png"/><Relationship Id="rId12" Type="http://schemas.openxmlformats.org/officeDocument/2006/relationships/image" Target="../media/image45.png"/><Relationship Id="rId2" Type="http://schemas.openxmlformats.org/officeDocument/2006/relationships/notesSlide" Target="../notesSlides/notesSlide10.xml"/><Relationship Id="rId1" Type="http://schemas.openxmlformats.org/officeDocument/2006/relationships/slideLayout" Target="../slideLayouts/slideLayout17.xml"/><Relationship Id="rId6" Type="http://schemas.openxmlformats.org/officeDocument/2006/relationships/image" Target="../media/image43.png"/><Relationship Id="rId11" Type="http://schemas.openxmlformats.org/officeDocument/2006/relationships/image" Target="../media/image440.png"/><Relationship Id="rId5" Type="http://schemas.openxmlformats.org/officeDocument/2006/relationships/image" Target="../media/image42.png"/><Relationship Id="rId10" Type="http://schemas.openxmlformats.org/officeDocument/2006/relationships/image" Target="../media/image430.png"/><Relationship Id="rId4" Type="http://schemas.openxmlformats.org/officeDocument/2006/relationships/image" Target="../media/image41.png"/><Relationship Id="rId9" Type="http://schemas.openxmlformats.org/officeDocument/2006/relationships/image" Target="../media/image390.png"/></Relationships>
</file>

<file path=ppt/slides/_rels/slide2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2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982637" y="2648786"/>
            <a:ext cx="10467831" cy="965622"/>
          </a:xfrm>
        </p:spPr>
        <p:txBody>
          <a:bodyPr>
            <a:noAutofit/>
          </a:bodyPr>
          <a:lstStyle/>
          <a:p>
            <a:r>
              <a:rPr lang="zh-CN" altLang="en-US" sz="4400" b="1" dirty="0">
                <a:latin typeface="微软雅黑" panose="020B0503020204020204" pitchFamily="34" charset="-122"/>
                <a:ea typeface="微软雅黑" panose="020B0503020204020204" pitchFamily="34" charset="-122"/>
              </a:rPr>
              <a:t>面向齐头切工艺的钢板卷材排样优化系统</a:t>
            </a:r>
            <a:endParaRPr lang="zh-CN" altLang="en-US" sz="13800" b="1" dirty="0">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872480" y="3888105"/>
            <a:ext cx="1479550" cy="368300"/>
          </a:xfrm>
          <a:prstGeom prst="rect">
            <a:avLst/>
          </a:prstGeom>
          <a:noFill/>
        </p:spPr>
        <p:txBody>
          <a:bodyPr wrap="square" rtlCol="0">
            <a:spAutoFit/>
          </a:bodyPr>
          <a:lstStyle/>
          <a:p>
            <a:r>
              <a:rPr lang="zh-CN" altLang="en-US" dirty="0">
                <a:latin typeface="Times New Roman" panose="02020603050405020304" pitchFamily="18" charset="0"/>
                <a:cs typeface="Times New Roman" panose="02020603050405020304" pitchFamily="18" charset="0"/>
                <a:sym typeface="+mn-ea"/>
              </a:rPr>
              <a:t>何文杰</a:t>
            </a:r>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0CB716A8-E660-7ED3-7DF5-69F0C88829C4}"/>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项目背景</a:t>
            </a:r>
          </a:p>
        </p:txBody>
      </p:sp>
      <p:sp>
        <p:nvSpPr>
          <p:cNvPr id="23" name="文本框 22">
            <a:extLst>
              <a:ext uri="{FF2B5EF4-FFF2-40B4-BE49-F238E27FC236}">
                <a16:creationId xmlns:a16="http://schemas.microsoft.com/office/drawing/2014/main" id="{CB7C91DC-164A-75D3-B0B0-3380569715F0}"/>
              </a:ext>
            </a:extLst>
          </p:cNvPr>
          <p:cNvSpPr txBox="1"/>
          <p:nvPr/>
        </p:nvSpPr>
        <p:spPr>
          <a:xfrm>
            <a:off x="706119" y="2463947"/>
            <a:ext cx="10744200" cy="1659237"/>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核心挑战</a:t>
            </a: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人工排样依赖经验，难以在大规模订单场景下快速获得高质量方案； </a:t>
            </a: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工艺约束复杂，简单启发式方法往往难以同时满足齐头切、最小刀距等实际约束； </a:t>
            </a:r>
          </a:p>
          <a:p>
            <a:pPr marL="285750" indent="-285750">
              <a:lnSpc>
                <a:spcPct val="15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组合空间庞大，订单规格与数量的多样性使问题呈现显著的组合爆炸特征。</a:t>
            </a:r>
          </a:p>
        </p:txBody>
      </p:sp>
      <p:pic>
        <p:nvPicPr>
          <p:cNvPr id="5" name="图片 4">
            <a:extLst>
              <a:ext uri="{FF2B5EF4-FFF2-40B4-BE49-F238E27FC236}">
                <a16:creationId xmlns:a16="http://schemas.microsoft.com/office/drawing/2014/main" id="{9AA7400A-5F2F-960C-8DC2-008EA6314628}"/>
              </a:ext>
            </a:extLst>
          </p:cNvPr>
          <p:cNvPicPr>
            <a:picLocks noChangeAspect="1"/>
          </p:cNvPicPr>
          <p:nvPr/>
        </p:nvPicPr>
        <p:blipFill>
          <a:blip r:embed="rId3"/>
          <a:srcRect t="3299" b="2890"/>
          <a:stretch>
            <a:fillRect/>
          </a:stretch>
        </p:blipFill>
        <p:spPr>
          <a:xfrm>
            <a:off x="6451600" y="4044116"/>
            <a:ext cx="4197086" cy="2598621"/>
          </a:xfrm>
          <a:prstGeom prst="rect">
            <a:avLst/>
          </a:prstGeom>
        </p:spPr>
      </p:pic>
      <p:pic>
        <p:nvPicPr>
          <p:cNvPr id="2" name="图片 1">
            <a:extLst>
              <a:ext uri="{FF2B5EF4-FFF2-40B4-BE49-F238E27FC236}">
                <a16:creationId xmlns:a16="http://schemas.microsoft.com/office/drawing/2014/main" id="{BCEFAF97-C8FC-3764-3B58-ACC4E14A1F50}"/>
              </a:ext>
            </a:extLst>
          </p:cNvPr>
          <p:cNvPicPr>
            <a:picLocks noChangeAspect="1"/>
          </p:cNvPicPr>
          <p:nvPr/>
        </p:nvPicPr>
        <p:blipFill>
          <a:blip r:embed="rId4"/>
          <a:stretch>
            <a:fillRect/>
          </a:stretch>
        </p:blipFill>
        <p:spPr>
          <a:xfrm>
            <a:off x="1187714" y="4237526"/>
            <a:ext cx="3317532" cy="2405211"/>
          </a:xfrm>
          <a:prstGeom prst="rect">
            <a:avLst/>
          </a:prstGeom>
        </p:spPr>
      </p:pic>
      <p:sp>
        <p:nvSpPr>
          <p:cNvPr id="6" name="文本框 5">
            <a:extLst>
              <a:ext uri="{FF2B5EF4-FFF2-40B4-BE49-F238E27FC236}">
                <a16:creationId xmlns:a16="http://schemas.microsoft.com/office/drawing/2014/main" id="{13088418-8EA8-0A77-139E-30FED80BCDC4}"/>
              </a:ext>
            </a:extLst>
          </p:cNvPr>
          <p:cNvSpPr txBox="1"/>
          <p:nvPr/>
        </p:nvSpPr>
        <p:spPr>
          <a:xfrm>
            <a:off x="706119" y="988016"/>
            <a:ext cx="11252201" cy="1243738"/>
          </a:xfrm>
          <a:prstGeom prst="rect">
            <a:avLst/>
          </a:prstGeom>
          <a:noFill/>
        </p:spPr>
        <p:txBody>
          <a:bodyPr wrap="square">
            <a:spAutoFit/>
          </a:bodyPr>
          <a:lstStyle/>
          <a:p>
            <a:r>
              <a:rPr lang="zh-CN" altLang="en-US" sz="2400" b="1" dirty="0">
                <a:latin typeface="微软雅黑" panose="020B0503020204020204" pitchFamily="34" charset="-122"/>
                <a:ea typeface="微软雅黑" panose="020B0503020204020204" pitchFamily="34" charset="-122"/>
              </a:rPr>
              <a:t>工业背景</a:t>
            </a:r>
          </a:p>
          <a:p>
            <a:pPr>
              <a:lnSpc>
                <a:spcPct val="150000"/>
              </a:lnSpc>
            </a:pPr>
            <a:r>
              <a:rPr lang="zh-CN" altLang="en-US" dirty="0">
                <a:latin typeface="微软雅黑" panose="020B0503020204020204" pitchFamily="34" charset="-122"/>
                <a:ea typeface="微软雅黑" panose="020B0503020204020204" pitchFamily="34" charset="-122"/>
              </a:rPr>
              <a:t>钢铁与金属加工企业通常需要从固定宽度卷材上切割出多种规格子板，以满足差异化订单需求。由于实际生产受齐头切工艺限制，切割过程必须满足贯穿式分条及最小刀距等约束条件，因此该问题具有显著的工程复杂性。</a:t>
            </a:r>
            <a:endParaRPr lang="en-US" altLang="zh-CN"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C70E738-463B-3E41-E4EE-B34F845A8D2E}"/>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6A3416C1-48F3-5C80-F511-4E245C4F7F8D}"/>
              </a:ext>
            </a:extLst>
          </p:cNvPr>
          <p:cNvSpPr>
            <a:spLocks noGrp="1"/>
          </p:cNvSpPr>
          <p:nvPr>
            <p:ph type="sldNum" sz="quarter" idx="15"/>
          </p:nvPr>
        </p:nvSpPr>
        <p:spPr/>
        <p:txBody>
          <a:bodyPr/>
          <a:lstStyle/>
          <a:p>
            <a:fld id="{8D48AAE3-8C0E-48A8-B421-1F15F8D19339}" type="slidenum">
              <a:rPr lang="en-US" smtClean="0"/>
              <a:pPr/>
              <a:t>3</a:t>
            </a:fld>
            <a:endParaRPr lang="en-US" dirty="0"/>
          </a:p>
        </p:txBody>
      </p:sp>
      <p:sp>
        <p:nvSpPr>
          <p:cNvPr id="3" name="标题 2">
            <a:extLst>
              <a:ext uri="{FF2B5EF4-FFF2-40B4-BE49-F238E27FC236}">
                <a16:creationId xmlns:a16="http://schemas.microsoft.com/office/drawing/2014/main" id="{C2E739E5-CD5B-3C23-65D4-25528A0E6A87}"/>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问题介绍</a:t>
            </a:r>
          </a:p>
        </p:txBody>
      </p:sp>
      <p:sp>
        <p:nvSpPr>
          <p:cNvPr id="8" name="文本框 7">
            <a:extLst>
              <a:ext uri="{FF2B5EF4-FFF2-40B4-BE49-F238E27FC236}">
                <a16:creationId xmlns:a16="http://schemas.microsoft.com/office/drawing/2014/main" id="{732EF9C6-1527-5E1E-797A-E78214D77091}"/>
              </a:ext>
            </a:extLst>
          </p:cNvPr>
          <p:cNvSpPr txBox="1"/>
          <p:nvPr/>
        </p:nvSpPr>
        <p:spPr>
          <a:xfrm>
            <a:off x="1442479" y="1126005"/>
            <a:ext cx="172354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排样问题</a:t>
            </a:r>
            <a:r>
              <a:rPr lang="zh-CN" altLang="en-US" sz="2400" dirty="0">
                <a:latin typeface="微软雅黑" panose="020B0503020204020204" pitchFamily="34" charset="-122"/>
                <a:ea typeface="微软雅黑" panose="020B0503020204020204" pitchFamily="34" charset="-122"/>
              </a:rPr>
              <a:t>：</a:t>
            </a:r>
            <a:endParaRPr lang="en-US" altLang="zh-CN" sz="2400" dirty="0">
              <a:latin typeface="微软雅黑" panose="020B0503020204020204" pitchFamily="34" charset="-122"/>
              <a:ea typeface="微软雅黑" panose="020B0503020204020204" pitchFamily="34" charset="-122"/>
            </a:endParaRPr>
          </a:p>
        </p:txBody>
      </p:sp>
      <p:pic>
        <p:nvPicPr>
          <p:cNvPr id="9" name="图片 8">
            <a:extLst>
              <a:ext uri="{FF2B5EF4-FFF2-40B4-BE49-F238E27FC236}">
                <a16:creationId xmlns:a16="http://schemas.microsoft.com/office/drawing/2014/main" id="{56612573-285D-2524-48BE-BB102691A961}"/>
              </a:ext>
            </a:extLst>
          </p:cNvPr>
          <p:cNvPicPr>
            <a:picLocks noChangeAspect="1"/>
          </p:cNvPicPr>
          <p:nvPr/>
        </p:nvPicPr>
        <p:blipFill>
          <a:blip r:embed="rId3"/>
          <a:stretch>
            <a:fillRect/>
          </a:stretch>
        </p:blipFill>
        <p:spPr>
          <a:xfrm>
            <a:off x="3662928" y="4241401"/>
            <a:ext cx="4175686" cy="1849987"/>
          </a:xfrm>
          <a:prstGeom prst="rect">
            <a:avLst/>
          </a:prstGeom>
        </p:spPr>
      </p:pic>
      <p:sp>
        <p:nvSpPr>
          <p:cNvPr id="10" name="文本框 9">
            <a:extLst>
              <a:ext uri="{FF2B5EF4-FFF2-40B4-BE49-F238E27FC236}">
                <a16:creationId xmlns:a16="http://schemas.microsoft.com/office/drawing/2014/main" id="{2375F8F0-1810-1BF5-E6C4-470A0ED56062}"/>
              </a:ext>
            </a:extLst>
          </p:cNvPr>
          <p:cNvSpPr txBox="1"/>
          <p:nvPr/>
        </p:nvSpPr>
        <p:spPr>
          <a:xfrm>
            <a:off x="3166029" y="2249500"/>
            <a:ext cx="7198814" cy="1422954"/>
          </a:xfrm>
          <a:prstGeom prst="rect">
            <a:avLst/>
          </a:prstGeom>
        </p:spPr>
        <p:txBody>
          <a:bodyPr wrap="square">
            <a:spAutoFit/>
          </a:bodyPr>
          <a:lstStyle/>
          <a:p>
            <a:pPr marL="285750" indent="-28575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矩形件必须排样放于指定原材料上，不能超出原材料边缘；</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矩形件之间错位排放，不能发生重叠；</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Wingdings" panose="05000000000000000000" pitchFamily="2" charset="2"/>
              <a:buChar char="l"/>
            </a:pPr>
            <a:r>
              <a:rPr lang="zh-CN" altLang="en-US" sz="2000" dirty="0">
                <a:latin typeface="微软雅黑" panose="020B0503020204020204" pitchFamily="34" charset="-122"/>
                <a:ea typeface="微软雅黑" panose="020B0503020204020204" pitchFamily="34" charset="-122"/>
              </a:rPr>
              <a:t>矩形件在排入板材时，要与板材的边缘平行；</a:t>
            </a:r>
            <a:endParaRPr lang="en-US" altLang="zh-CN" sz="2000" dirty="0">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C6363486-3EA6-3E57-0FD6-8B507A5F4696}"/>
              </a:ext>
            </a:extLst>
          </p:cNvPr>
          <p:cNvSpPr txBox="1"/>
          <p:nvPr/>
        </p:nvSpPr>
        <p:spPr>
          <a:xfrm>
            <a:off x="1442480" y="2318359"/>
            <a:ext cx="1723549" cy="461665"/>
          </a:xfrm>
          <a:prstGeom prst="rect">
            <a:avLst/>
          </a:prstGeom>
          <a:noFill/>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排样规则：</a:t>
            </a:r>
          </a:p>
        </p:txBody>
      </p:sp>
      <p:sp>
        <p:nvSpPr>
          <p:cNvPr id="13" name="文本框 12">
            <a:extLst>
              <a:ext uri="{FF2B5EF4-FFF2-40B4-BE49-F238E27FC236}">
                <a16:creationId xmlns:a16="http://schemas.microsoft.com/office/drawing/2014/main" id="{75851EC1-225A-74D2-63E3-640EC971CBF5}"/>
              </a:ext>
            </a:extLst>
          </p:cNvPr>
          <p:cNvSpPr txBox="1"/>
          <p:nvPr/>
        </p:nvSpPr>
        <p:spPr>
          <a:xfrm>
            <a:off x="1442480" y="4241401"/>
            <a:ext cx="1723549" cy="461665"/>
          </a:xfrm>
          <a:prstGeom prst="rect">
            <a:avLst/>
          </a:prstGeom>
        </p:spPr>
        <p:txBody>
          <a:bodyPr wrap="none" rtlCol="0">
            <a:spAutoFit/>
          </a:bodyPr>
          <a:lstStyle/>
          <a:p>
            <a:r>
              <a:rPr lang="zh-CN" altLang="en-US" sz="2400" b="1" dirty="0">
                <a:latin typeface="微软雅黑" panose="020B0503020204020204" pitchFamily="34" charset="-122"/>
                <a:ea typeface="微软雅黑" panose="020B0503020204020204" pitchFamily="34" charset="-122"/>
              </a:rPr>
              <a:t>排样模式：</a:t>
            </a:r>
          </a:p>
        </p:txBody>
      </p:sp>
      <p:sp>
        <p:nvSpPr>
          <p:cNvPr id="6" name="文本框 5">
            <a:extLst>
              <a:ext uri="{FF2B5EF4-FFF2-40B4-BE49-F238E27FC236}">
                <a16:creationId xmlns:a16="http://schemas.microsoft.com/office/drawing/2014/main" id="{22625A02-1F09-C5C7-DC5A-B286FDA4C627}"/>
              </a:ext>
            </a:extLst>
          </p:cNvPr>
          <p:cNvSpPr txBox="1"/>
          <p:nvPr/>
        </p:nvSpPr>
        <p:spPr>
          <a:xfrm>
            <a:off x="2880278" y="1045063"/>
            <a:ext cx="8166099" cy="961289"/>
          </a:xfrm>
          <a:prstGeom prst="rect">
            <a:avLst/>
          </a:prstGeom>
          <a:noFill/>
        </p:spPr>
        <p:txBody>
          <a:bodyPr wrap="square">
            <a:spAutoFit/>
          </a:bodyPr>
          <a:lstStyle/>
          <a:p>
            <a:pPr>
              <a:lnSpc>
                <a:spcPct val="150000"/>
              </a:lnSpc>
            </a:pPr>
            <a:r>
              <a:rPr lang="zh-CN" altLang="en-US" sz="2000" dirty="0">
                <a:latin typeface="微软雅黑" panose="020B0503020204020204" pitchFamily="34" charset="-122"/>
                <a:ea typeface="微软雅黑" panose="020B0503020204020204" pitchFamily="34" charset="-122"/>
              </a:rPr>
              <a:t>矩形件按照要求排放于板材上，最终目标为实现原材料最大限度的使用。</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主要应用于木材切割、电路板布局、钢铁切割等。</a:t>
            </a:r>
          </a:p>
        </p:txBody>
      </p:sp>
    </p:spTree>
    <p:extLst>
      <p:ext uri="{BB962C8B-B14F-4D97-AF65-F5344CB8AC3E}">
        <p14:creationId xmlns:p14="http://schemas.microsoft.com/office/powerpoint/2010/main" val="3176762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A83902BA-A8BF-BA8C-E466-43B67D40859F}"/>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763BBAD8-B915-ABEE-8AED-4C63B7A265AD}"/>
              </a:ext>
            </a:extLst>
          </p:cNvPr>
          <p:cNvSpPr>
            <a:spLocks noGrp="1"/>
          </p:cNvSpPr>
          <p:nvPr>
            <p:ph type="sldNum" sz="quarter" idx="15"/>
          </p:nvPr>
        </p:nvSpPr>
        <p:spPr/>
        <p:txBody>
          <a:bodyPr/>
          <a:lstStyle/>
          <a:p>
            <a:fld id="{8D48AAE3-8C0E-48A8-B421-1F15F8D19339}" type="slidenum">
              <a:rPr lang="en-US" smtClean="0"/>
              <a:t>4</a:t>
            </a:fld>
            <a:endParaRPr lang="en-US" dirty="0"/>
          </a:p>
        </p:txBody>
      </p:sp>
      <p:sp>
        <p:nvSpPr>
          <p:cNvPr id="6" name="标题 5">
            <a:extLst>
              <a:ext uri="{FF2B5EF4-FFF2-40B4-BE49-F238E27FC236}">
                <a16:creationId xmlns:a16="http://schemas.microsoft.com/office/drawing/2014/main" id="{428231EE-6233-B6DC-CCF4-E0DDCDF33806}"/>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问题建模</a:t>
            </a:r>
          </a:p>
        </p:txBody>
      </p:sp>
      <p:pic>
        <p:nvPicPr>
          <p:cNvPr id="9" name="图片 8">
            <a:extLst>
              <a:ext uri="{FF2B5EF4-FFF2-40B4-BE49-F238E27FC236}">
                <a16:creationId xmlns:a16="http://schemas.microsoft.com/office/drawing/2014/main" id="{247527B3-22BD-6F3A-488E-D081364B438A}"/>
              </a:ext>
            </a:extLst>
          </p:cNvPr>
          <p:cNvPicPr>
            <a:picLocks noChangeAspect="1"/>
          </p:cNvPicPr>
          <p:nvPr/>
        </p:nvPicPr>
        <p:blipFill>
          <a:blip r:embed="rId3"/>
          <a:stretch>
            <a:fillRect/>
          </a:stretch>
        </p:blipFill>
        <p:spPr>
          <a:xfrm>
            <a:off x="838200" y="1482409"/>
            <a:ext cx="4533459" cy="2480572"/>
          </a:xfrm>
          <a:prstGeom prst="rect">
            <a:avLst/>
          </a:prstGeom>
        </p:spPr>
      </p:pic>
      <p:sp>
        <p:nvSpPr>
          <p:cNvPr id="11" name="文本框 10">
            <a:extLst>
              <a:ext uri="{FF2B5EF4-FFF2-40B4-BE49-F238E27FC236}">
                <a16:creationId xmlns:a16="http://schemas.microsoft.com/office/drawing/2014/main" id="{DF8605C8-5632-07D7-2E42-2DDEB5434AFF}"/>
              </a:ext>
            </a:extLst>
          </p:cNvPr>
          <p:cNvSpPr txBox="1"/>
          <p:nvPr/>
        </p:nvSpPr>
        <p:spPr>
          <a:xfrm>
            <a:off x="1781317" y="3970925"/>
            <a:ext cx="1564341" cy="369332"/>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一刀切模型</a:t>
            </a:r>
          </a:p>
        </p:txBody>
      </p:sp>
      <p:sp>
        <p:nvSpPr>
          <p:cNvPr id="12" name="文本框 11">
            <a:extLst>
              <a:ext uri="{FF2B5EF4-FFF2-40B4-BE49-F238E27FC236}">
                <a16:creationId xmlns:a16="http://schemas.microsoft.com/office/drawing/2014/main" id="{54E0EE50-5EFD-CA35-4E67-5D000A07DEB9}"/>
              </a:ext>
            </a:extLst>
          </p:cNvPr>
          <p:cNvSpPr txBox="1"/>
          <p:nvPr/>
        </p:nvSpPr>
        <p:spPr>
          <a:xfrm>
            <a:off x="1371871" y="937079"/>
            <a:ext cx="2236510" cy="400110"/>
          </a:xfrm>
          <a:prstGeom prst="rect">
            <a:avLst/>
          </a:prstGeom>
          <a:noFill/>
        </p:spPr>
        <p:txBody>
          <a:bodyPr wrap="none" rtlCol="0">
            <a:spAutoFit/>
          </a:bodyPr>
          <a:lstStyle>
            <a:defPPr>
              <a:defRPr lang="en-CN"/>
            </a:defPPr>
            <a:lvl1pPr>
              <a:defRPr b="1"/>
            </a:lvl1pPr>
          </a:lstStyle>
          <a:p>
            <a:r>
              <a:rPr lang="zh-CN" altLang="en-US" sz="2000" dirty="0">
                <a:solidFill>
                  <a:srgbClr val="013D8C"/>
                </a:solidFill>
                <a:latin typeface="微软雅黑" panose="020B0503020204020204" pitchFamily="34" charset="-122"/>
                <a:ea typeface="微软雅黑" panose="020B0503020204020204" pitchFamily="34" charset="-122"/>
              </a:rPr>
              <a:t>切割方式示意图：</a:t>
            </a:r>
          </a:p>
        </p:txBody>
      </p:sp>
      <p:sp>
        <p:nvSpPr>
          <p:cNvPr id="13" name="文本框 12">
            <a:extLst>
              <a:ext uri="{FF2B5EF4-FFF2-40B4-BE49-F238E27FC236}">
                <a16:creationId xmlns:a16="http://schemas.microsoft.com/office/drawing/2014/main" id="{B8A97036-CF03-049F-F329-27EA0602CA2F}"/>
              </a:ext>
            </a:extLst>
          </p:cNvPr>
          <p:cNvSpPr txBox="1"/>
          <p:nvPr/>
        </p:nvSpPr>
        <p:spPr>
          <a:xfrm>
            <a:off x="5963920" y="1178937"/>
            <a:ext cx="1490794" cy="400110"/>
          </a:xfrm>
          <a:prstGeom prst="rect">
            <a:avLst/>
          </a:prstGeom>
          <a:noFill/>
        </p:spPr>
        <p:txBody>
          <a:bodyPr wrap="square">
            <a:spAutoFit/>
          </a:bodyPr>
          <a:lstStyle/>
          <a:p>
            <a:r>
              <a:rPr lang="zh-CN" altLang="en-US" sz="2000" b="1" dirty="0">
                <a:solidFill>
                  <a:srgbClr val="013D8C"/>
                </a:solidFill>
                <a:latin typeface="微软雅黑" panose="020B0503020204020204" pitchFamily="34" charset="-122"/>
                <a:ea typeface="微软雅黑" panose="020B0503020204020204" pitchFamily="34" charset="-122"/>
              </a:rPr>
              <a:t>问题模型：</a:t>
            </a:r>
          </a:p>
        </p:txBody>
      </p:sp>
      <p:sp>
        <p:nvSpPr>
          <p:cNvPr id="14" name="文本框 13">
            <a:extLst>
              <a:ext uri="{FF2B5EF4-FFF2-40B4-BE49-F238E27FC236}">
                <a16:creationId xmlns:a16="http://schemas.microsoft.com/office/drawing/2014/main" id="{D073801C-5EB5-9CA8-A22E-E96AD65E9026}"/>
              </a:ext>
            </a:extLst>
          </p:cNvPr>
          <p:cNvSpPr txBox="1"/>
          <p:nvPr/>
        </p:nvSpPr>
        <p:spPr>
          <a:xfrm>
            <a:off x="345373" y="4359928"/>
            <a:ext cx="5236277" cy="2031325"/>
          </a:xfrm>
          <a:prstGeom prst="rect">
            <a:avLst/>
          </a:prstGeom>
          <a:noFill/>
        </p:spPr>
        <p:txBody>
          <a:bodyPr wrap="square" rtlCol="0">
            <a:spAutoFit/>
          </a:bodyPr>
          <a:lstStyle/>
          <a:p>
            <a:r>
              <a:rPr lang="zh-CN" altLang="en-US" b="1" dirty="0">
                <a:latin typeface="微软雅黑" panose="020B0503020204020204" pitchFamily="34" charset="-122"/>
                <a:ea typeface="微软雅黑" panose="020B0503020204020204" pitchFamily="34" charset="-122"/>
              </a:rPr>
              <a:t>目标：</a:t>
            </a:r>
            <a:r>
              <a:rPr lang="zh-CN" altLang="en-US" dirty="0">
                <a:latin typeface="微软雅黑" panose="020B0503020204020204" pitchFamily="34" charset="-122"/>
                <a:ea typeface="微软雅黑" panose="020B0503020204020204" pitchFamily="34" charset="-122"/>
              </a:rPr>
              <a:t>板材利用率（即产品项总面积与所需板材总面积之比）最大化</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约束条件：</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大板宽度固定：1250mm，长度无限（卷材）</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齐头切：每刀贯穿整个宽度，一刀切到底</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纵切间距：相邻两刀之间距离 ≥ 200mm</a:t>
            </a:r>
          </a:p>
        </p:txBody>
      </p:sp>
      <p:sp>
        <p:nvSpPr>
          <p:cNvPr id="15" name="箭头: 左右 14">
            <a:extLst>
              <a:ext uri="{FF2B5EF4-FFF2-40B4-BE49-F238E27FC236}">
                <a16:creationId xmlns:a16="http://schemas.microsoft.com/office/drawing/2014/main" id="{AA14ABF3-FC01-BA8E-B53D-4433B3434891}"/>
              </a:ext>
            </a:extLst>
          </p:cNvPr>
          <p:cNvSpPr/>
          <p:nvPr/>
        </p:nvSpPr>
        <p:spPr>
          <a:xfrm>
            <a:off x="2350491" y="4733854"/>
            <a:ext cx="566267" cy="158683"/>
          </a:xfrm>
          <a:prstGeom prst="leftRightArrow">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99F03932-15B8-EC67-4257-21B646C397FF}"/>
              </a:ext>
            </a:extLst>
          </p:cNvPr>
          <p:cNvSpPr txBox="1"/>
          <p:nvPr/>
        </p:nvSpPr>
        <p:spPr>
          <a:xfrm>
            <a:off x="2916758" y="4628529"/>
            <a:ext cx="2305405"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最小化板材使用数量</a:t>
            </a:r>
            <a:endParaRPr lang="en-US" altLang="zh-CN" dirty="0">
              <a:latin typeface="微软雅黑" panose="020B0503020204020204" pitchFamily="34" charset="-122"/>
              <a:ea typeface="微软雅黑" panose="020B0503020204020204" pitchFamily="34" charset="-122"/>
            </a:endParaRPr>
          </a:p>
        </p:txBody>
      </p:sp>
      <p:graphicFrame>
        <p:nvGraphicFramePr>
          <p:cNvPr id="8" name="对象 7">
            <a:extLst>
              <a:ext uri="{FF2B5EF4-FFF2-40B4-BE49-F238E27FC236}">
                <a16:creationId xmlns:a16="http://schemas.microsoft.com/office/drawing/2014/main" id="{537B4324-566E-5A19-14F8-B064AD8CE3D4}"/>
              </a:ext>
            </a:extLst>
          </p:cNvPr>
          <p:cNvGraphicFramePr>
            <a:graphicFrameLocks noChangeAspect="1"/>
          </p:cNvGraphicFramePr>
          <p:nvPr>
            <p:extLst>
              <p:ext uri="{D42A27DB-BD31-4B8C-83A1-F6EECF244321}">
                <p14:modId xmlns:p14="http://schemas.microsoft.com/office/powerpoint/2010/main" val="333632549"/>
              </p:ext>
            </p:extLst>
          </p:nvPr>
        </p:nvGraphicFramePr>
        <p:xfrm>
          <a:off x="7996851" y="1385098"/>
          <a:ext cx="940178" cy="555679"/>
        </p:xfrm>
        <a:graphic>
          <a:graphicData uri="http://schemas.openxmlformats.org/presentationml/2006/ole">
            <mc:AlternateContent xmlns:mc="http://schemas.openxmlformats.org/markup-compatibility/2006">
              <mc:Choice xmlns:v="urn:schemas-microsoft-com:vml" Requires="v">
                <p:oleObj name="Equation" r:id="rId4" imgW="1132755" imgH="669573" progId="Equation.DSMT4">
                  <p:embed/>
                </p:oleObj>
              </mc:Choice>
              <mc:Fallback>
                <p:oleObj name="Equation" r:id="rId4" imgW="1132755" imgH="669573" progId="Equation.DSMT4">
                  <p:embed/>
                  <p:pic>
                    <p:nvPicPr>
                      <p:cNvPr id="0" name=""/>
                      <p:cNvPicPr/>
                      <p:nvPr/>
                    </p:nvPicPr>
                    <p:blipFill>
                      <a:blip r:embed="rId5"/>
                      <a:stretch>
                        <a:fillRect/>
                      </a:stretch>
                    </p:blipFill>
                    <p:spPr>
                      <a:xfrm>
                        <a:off x="7996851" y="1385098"/>
                        <a:ext cx="940178" cy="555679"/>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920057AD-4AE5-EF43-479D-D9917EB04B13}"/>
              </a:ext>
            </a:extLst>
          </p:cNvPr>
          <p:cNvGraphicFramePr>
            <a:graphicFrameLocks noChangeAspect="1"/>
          </p:cNvGraphicFramePr>
          <p:nvPr>
            <p:extLst>
              <p:ext uri="{D42A27DB-BD31-4B8C-83A1-F6EECF244321}">
                <p14:modId xmlns:p14="http://schemas.microsoft.com/office/powerpoint/2010/main" val="1649205847"/>
              </p:ext>
            </p:extLst>
          </p:nvPr>
        </p:nvGraphicFramePr>
        <p:xfrm>
          <a:off x="7152883" y="1813441"/>
          <a:ext cx="2628114" cy="900765"/>
        </p:xfrm>
        <a:graphic>
          <a:graphicData uri="http://schemas.openxmlformats.org/presentationml/2006/ole">
            <mc:AlternateContent xmlns:mc="http://schemas.openxmlformats.org/markup-compatibility/2006">
              <mc:Choice xmlns:v="urn:schemas-microsoft-com:vml" Requires="v">
                <p:oleObj name="Equation" r:id="rId6" imgW="3150246" imgH="1079829" progId="Equation.DSMT4">
                  <p:embed/>
                </p:oleObj>
              </mc:Choice>
              <mc:Fallback>
                <p:oleObj name="Equation" r:id="rId6" imgW="3150246" imgH="1079829" progId="Equation.DSMT4">
                  <p:embed/>
                  <p:pic>
                    <p:nvPicPr>
                      <p:cNvPr id="0" name=""/>
                      <p:cNvPicPr/>
                      <p:nvPr/>
                    </p:nvPicPr>
                    <p:blipFill>
                      <a:blip r:embed="rId7"/>
                      <a:stretch>
                        <a:fillRect/>
                      </a:stretch>
                    </p:blipFill>
                    <p:spPr>
                      <a:xfrm>
                        <a:off x="7152883" y="1813441"/>
                        <a:ext cx="2628114" cy="900765"/>
                      </a:xfrm>
                      <a:prstGeom prst="rect">
                        <a:avLst/>
                      </a:prstGeom>
                    </p:spPr>
                  </p:pic>
                </p:oleObj>
              </mc:Fallback>
            </mc:AlternateContent>
          </a:graphicData>
        </a:graphic>
      </p:graphicFrame>
      <p:graphicFrame>
        <p:nvGraphicFramePr>
          <p:cNvPr id="17" name="对象 16">
            <a:extLst>
              <a:ext uri="{FF2B5EF4-FFF2-40B4-BE49-F238E27FC236}">
                <a16:creationId xmlns:a16="http://schemas.microsoft.com/office/drawing/2014/main" id="{2211A989-45FA-7EE3-DFCE-DACD1A7F8F31}"/>
              </a:ext>
            </a:extLst>
          </p:cNvPr>
          <p:cNvGraphicFramePr>
            <a:graphicFrameLocks noChangeAspect="1"/>
          </p:cNvGraphicFramePr>
          <p:nvPr>
            <p:extLst>
              <p:ext uri="{D42A27DB-BD31-4B8C-83A1-F6EECF244321}">
                <p14:modId xmlns:p14="http://schemas.microsoft.com/office/powerpoint/2010/main" val="2959635410"/>
              </p:ext>
            </p:extLst>
          </p:nvPr>
        </p:nvGraphicFramePr>
        <p:xfrm>
          <a:off x="6618108" y="2731829"/>
          <a:ext cx="3697664" cy="316620"/>
        </p:xfrm>
        <a:graphic>
          <a:graphicData uri="http://schemas.openxmlformats.org/presentationml/2006/ole">
            <mc:AlternateContent xmlns:mc="http://schemas.openxmlformats.org/markup-compatibility/2006">
              <mc:Choice xmlns:v="urn:schemas-microsoft-com:vml" Requires="v">
                <p:oleObj name="Equation" r:id="rId8" imgW="4153333" imgH="356371" progId="Equation.DSMT4">
                  <p:embed/>
                </p:oleObj>
              </mc:Choice>
              <mc:Fallback>
                <p:oleObj name="Equation" r:id="rId8" imgW="4153333" imgH="356371" progId="Equation.DSMT4">
                  <p:embed/>
                  <p:pic>
                    <p:nvPicPr>
                      <p:cNvPr id="0" name=""/>
                      <p:cNvPicPr/>
                      <p:nvPr/>
                    </p:nvPicPr>
                    <p:blipFill>
                      <a:blip r:embed="rId9"/>
                      <a:stretch>
                        <a:fillRect/>
                      </a:stretch>
                    </p:blipFill>
                    <p:spPr>
                      <a:xfrm>
                        <a:off x="6618108" y="2731829"/>
                        <a:ext cx="3697664" cy="316620"/>
                      </a:xfrm>
                      <a:prstGeom prst="rect">
                        <a:avLst/>
                      </a:prstGeom>
                    </p:spPr>
                  </p:pic>
                </p:oleObj>
              </mc:Fallback>
            </mc:AlternateContent>
          </a:graphicData>
        </a:graphic>
      </p:graphicFrame>
      <p:graphicFrame>
        <p:nvGraphicFramePr>
          <p:cNvPr id="18" name="对象 17">
            <a:extLst>
              <a:ext uri="{FF2B5EF4-FFF2-40B4-BE49-F238E27FC236}">
                <a16:creationId xmlns:a16="http://schemas.microsoft.com/office/drawing/2014/main" id="{CE4B1F27-DCE3-0B9D-1320-3F58F02137A0}"/>
              </a:ext>
            </a:extLst>
          </p:cNvPr>
          <p:cNvGraphicFramePr>
            <a:graphicFrameLocks noChangeAspect="1"/>
          </p:cNvGraphicFramePr>
          <p:nvPr>
            <p:extLst>
              <p:ext uri="{D42A27DB-BD31-4B8C-83A1-F6EECF244321}">
                <p14:modId xmlns:p14="http://schemas.microsoft.com/office/powerpoint/2010/main" val="2898004925"/>
              </p:ext>
            </p:extLst>
          </p:nvPr>
        </p:nvGraphicFramePr>
        <p:xfrm>
          <a:off x="7203168" y="3004052"/>
          <a:ext cx="2527544" cy="606780"/>
        </p:xfrm>
        <a:graphic>
          <a:graphicData uri="http://schemas.openxmlformats.org/presentationml/2006/ole">
            <mc:AlternateContent xmlns:mc="http://schemas.openxmlformats.org/markup-compatibility/2006">
              <mc:Choice xmlns:v="urn:schemas-microsoft-com:vml" Requires="v">
                <p:oleObj name="Equation" r:id="rId10" imgW="2837392" imgH="680289" progId="Equation.DSMT4">
                  <p:embed/>
                </p:oleObj>
              </mc:Choice>
              <mc:Fallback>
                <p:oleObj name="Equation" r:id="rId10" imgW="2837392" imgH="680289" progId="Equation.DSMT4">
                  <p:embed/>
                  <p:pic>
                    <p:nvPicPr>
                      <p:cNvPr id="0" name=""/>
                      <p:cNvPicPr/>
                      <p:nvPr/>
                    </p:nvPicPr>
                    <p:blipFill>
                      <a:blip r:embed="rId11"/>
                      <a:stretch>
                        <a:fillRect/>
                      </a:stretch>
                    </p:blipFill>
                    <p:spPr>
                      <a:xfrm>
                        <a:off x="7203168" y="3004052"/>
                        <a:ext cx="2527544" cy="606780"/>
                      </a:xfrm>
                      <a:prstGeom prst="rect">
                        <a:avLst/>
                      </a:prstGeom>
                    </p:spPr>
                  </p:pic>
                </p:oleObj>
              </mc:Fallback>
            </mc:AlternateContent>
          </a:graphicData>
        </a:graphic>
      </p:graphicFrame>
      <p:graphicFrame>
        <p:nvGraphicFramePr>
          <p:cNvPr id="19" name="对象 18">
            <a:extLst>
              <a:ext uri="{FF2B5EF4-FFF2-40B4-BE49-F238E27FC236}">
                <a16:creationId xmlns:a16="http://schemas.microsoft.com/office/drawing/2014/main" id="{59726F2C-6A8A-C5F8-B74A-0050BAB65360}"/>
              </a:ext>
            </a:extLst>
          </p:cNvPr>
          <p:cNvGraphicFramePr>
            <a:graphicFrameLocks noChangeAspect="1"/>
          </p:cNvGraphicFramePr>
          <p:nvPr>
            <p:extLst>
              <p:ext uri="{D42A27DB-BD31-4B8C-83A1-F6EECF244321}">
                <p14:modId xmlns:p14="http://schemas.microsoft.com/office/powerpoint/2010/main" val="1138291172"/>
              </p:ext>
            </p:extLst>
          </p:nvPr>
        </p:nvGraphicFramePr>
        <p:xfrm>
          <a:off x="7203168" y="3623422"/>
          <a:ext cx="2527544" cy="592240"/>
        </p:xfrm>
        <a:graphic>
          <a:graphicData uri="http://schemas.openxmlformats.org/presentationml/2006/ole">
            <mc:AlternateContent xmlns:mc="http://schemas.openxmlformats.org/markup-compatibility/2006">
              <mc:Choice xmlns:v="urn:schemas-microsoft-com:vml" Requires="v">
                <p:oleObj name="Equation" r:id="rId12" imgW="2858800" imgH="669573" progId="Equation.DSMT4">
                  <p:embed/>
                </p:oleObj>
              </mc:Choice>
              <mc:Fallback>
                <p:oleObj name="Equation" r:id="rId12" imgW="2858800" imgH="669573" progId="Equation.DSMT4">
                  <p:embed/>
                  <p:pic>
                    <p:nvPicPr>
                      <p:cNvPr id="0" name=""/>
                      <p:cNvPicPr/>
                      <p:nvPr/>
                    </p:nvPicPr>
                    <p:blipFill>
                      <a:blip r:embed="rId13"/>
                      <a:stretch>
                        <a:fillRect/>
                      </a:stretch>
                    </p:blipFill>
                    <p:spPr>
                      <a:xfrm>
                        <a:off x="7203168" y="3623422"/>
                        <a:ext cx="2527544" cy="592240"/>
                      </a:xfrm>
                      <a:prstGeom prst="rect">
                        <a:avLst/>
                      </a:prstGeom>
                    </p:spPr>
                  </p:pic>
                </p:oleObj>
              </mc:Fallback>
            </mc:AlternateContent>
          </a:graphicData>
        </a:graphic>
      </p:graphicFrame>
      <p:graphicFrame>
        <p:nvGraphicFramePr>
          <p:cNvPr id="20" name="对象 19">
            <a:extLst>
              <a:ext uri="{FF2B5EF4-FFF2-40B4-BE49-F238E27FC236}">
                <a16:creationId xmlns:a16="http://schemas.microsoft.com/office/drawing/2014/main" id="{7F3444E2-2A34-1900-F1A0-230A7F9A431E}"/>
              </a:ext>
            </a:extLst>
          </p:cNvPr>
          <p:cNvGraphicFramePr>
            <a:graphicFrameLocks noChangeAspect="1"/>
          </p:cNvGraphicFramePr>
          <p:nvPr>
            <p:extLst>
              <p:ext uri="{D42A27DB-BD31-4B8C-83A1-F6EECF244321}">
                <p14:modId xmlns:p14="http://schemas.microsoft.com/office/powerpoint/2010/main" val="960231116"/>
              </p:ext>
            </p:extLst>
          </p:nvPr>
        </p:nvGraphicFramePr>
        <p:xfrm>
          <a:off x="6817505" y="4168666"/>
          <a:ext cx="3298871" cy="592240"/>
        </p:xfrm>
        <a:graphic>
          <a:graphicData uri="http://schemas.openxmlformats.org/presentationml/2006/ole">
            <mc:AlternateContent xmlns:mc="http://schemas.openxmlformats.org/markup-compatibility/2006">
              <mc:Choice xmlns:v="urn:schemas-microsoft-com:vml" Requires="v">
                <p:oleObj name="Equation" r:id="rId14" imgW="3970147" imgH="712742" progId="Equation.DSMT4">
                  <p:embed/>
                </p:oleObj>
              </mc:Choice>
              <mc:Fallback>
                <p:oleObj name="Equation" r:id="rId14" imgW="3970147" imgH="712742" progId="Equation.DSMT4">
                  <p:embed/>
                  <p:pic>
                    <p:nvPicPr>
                      <p:cNvPr id="0" name=""/>
                      <p:cNvPicPr/>
                      <p:nvPr/>
                    </p:nvPicPr>
                    <p:blipFill>
                      <a:blip r:embed="rId15"/>
                      <a:stretch>
                        <a:fillRect/>
                      </a:stretch>
                    </p:blipFill>
                    <p:spPr>
                      <a:xfrm>
                        <a:off x="6817505" y="4168666"/>
                        <a:ext cx="3298871" cy="592240"/>
                      </a:xfrm>
                      <a:prstGeom prst="rect">
                        <a:avLst/>
                      </a:prstGeom>
                    </p:spPr>
                  </p:pic>
                </p:oleObj>
              </mc:Fallback>
            </mc:AlternateContent>
          </a:graphicData>
        </a:graphic>
      </p:graphicFrame>
      <p:graphicFrame>
        <p:nvGraphicFramePr>
          <p:cNvPr id="21" name="对象 20">
            <a:extLst>
              <a:ext uri="{FF2B5EF4-FFF2-40B4-BE49-F238E27FC236}">
                <a16:creationId xmlns:a16="http://schemas.microsoft.com/office/drawing/2014/main" id="{D47D8E33-25ED-20A8-9D09-1DFCEA446F36}"/>
              </a:ext>
            </a:extLst>
          </p:cNvPr>
          <p:cNvGraphicFramePr>
            <a:graphicFrameLocks noChangeAspect="1"/>
          </p:cNvGraphicFramePr>
          <p:nvPr>
            <p:extLst>
              <p:ext uri="{D42A27DB-BD31-4B8C-83A1-F6EECF244321}">
                <p14:modId xmlns:p14="http://schemas.microsoft.com/office/powerpoint/2010/main" val="1197774370"/>
              </p:ext>
            </p:extLst>
          </p:nvPr>
        </p:nvGraphicFramePr>
        <p:xfrm>
          <a:off x="6955522" y="4713910"/>
          <a:ext cx="3022836" cy="592240"/>
        </p:xfrm>
        <a:graphic>
          <a:graphicData uri="http://schemas.openxmlformats.org/presentationml/2006/ole">
            <mc:AlternateContent xmlns:mc="http://schemas.openxmlformats.org/markup-compatibility/2006">
              <mc:Choice xmlns:v="urn:schemas-microsoft-com:vml" Requires="v">
                <p:oleObj name="Equation" r:id="rId16" imgW="3581757" imgH="702027" progId="Equation.DSMT4">
                  <p:embed/>
                </p:oleObj>
              </mc:Choice>
              <mc:Fallback>
                <p:oleObj name="Equation" r:id="rId16" imgW="3581757" imgH="702027" progId="Equation.DSMT4">
                  <p:embed/>
                  <p:pic>
                    <p:nvPicPr>
                      <p:cNvPr id="0" name=""/>
                      <p:cNvPicPr/>
                      <p:nvPr/>
                    </p:nvPicPr>
                    <p:blipFill>
                      <a:blip r:embed="rId17"/>
                      <a:stretch>
                        <a:fillRect/>
                      </a:stretch>
                    </p:blipFill>
                    <p:spPr>
                      <a:xfrm>
                        <a:off x="6955522" y="4713910"/>
                        <a:ext cx="3022836" cy="592240"/>
                      </a:xfrm>
                      <a:prstGeom prst="rect">
                        <a:avLst/>
                      </a:prstGeom>
                    </p:spPr>
                  </p:pic>
                </p:oleObj>
              </mc:Fallback>
            </mc:AlternateContent>
          </a:graphicData>
        </a:graphic>
      </p:graphicFrame>
      <p:graphicFrame>
        <p:nvGraphicFramePr>
          <p:cNvPr id="22" name="对象 21">
            <a:extLst>
              <a:ext uri="{FF2B5EF4-FFF2-40B4-BE49-F238E27FC236}">
                <a16:creationId xmlns:a16="http://schemas.microsoft.com/office/drawing/2014/main" id="{83BFAA81-2DC5-3B41-2890-72DEF70462D6}"/>
              </a:ext>
            </a:extLst>
          </p:cNvPr>
          <p:cNvGraphicFramePr>
            <a:graphicFrameLocks noChangeAspect="1"/>
          </p:cNvGraphicFramePr>
          <p:nvPr>
            <p:extLst>
              <p:ext uri="{D42A27DB-BD31-4B8C-83A1-F6EECF244321}">
                <p14:modId xmlns:p14="http://schemas.microsoft.com/office/powerpoint/2010/main" val="2494902583"/>
              </p:ext>
            </p:extLst>
          </p:nvPr>
        </p:nvGraphicFramePr>
        <p:xfrm>
          <a:off x="6826351" y="5176782"/>
          <a:ext cx="3281178" cy="592240"/>
        </p:xfrm>
        <a:graphic>
          <a:graphicData uri="http://schemas.openxmlformats.org/presentationml/2006/ole">
            <mc:AlternateContent xmlns:mc="http://schemas.openxmlformats.org/markup-compatibility/2006">
              <mc:Choice xmlns:v="urn:schemas-microsoft-com:vml" Requires="v">
                <p:oleObj name="Equation" r:id="rId18" imgW="3711118" imgH="669573" progId="Equation.DSMT4">
                  <p:embed/>
                </p:oleObj>
              </mc:Choice>
              <mc:Fallback>
                <p:oleObj name="Equation" r:id="rId18" imgW="3711118" imgH="669573" progId="Equation.DSMT4">
                  <p:embed/>
                  <p:pic>
                    <p:nvPicPr>
                      <p:cNvPr id="0" name=""/>
                      <p:cNvPicPr/>
                      <p:nvPr/>
                    </p:nvPicPr>
                    <p:blipFill>
                      <a:blip r:embed="rId19"/>
                      <a:stretch>
                        <a:fillRect/>
                      </a:stretch>
                    </p:blipFill>
                    <p:spPr>
                      <a:xfrm>
                        <a:off x="6826351" y="5176782"/>
                        <a:ext cx="3281178" cy="592240"/>
                      </a:xfrm>
                      <a:prstGeom prst="rect">
                        <a:avLst/>
                      </a:prstGeom>
                    </p:spPr>
                  </p:pic>
                </p:oleObj>
              </mc:Fallback>
            </mc:AlternateContent>
          </a:graphicData>
        </a:graphic>
      </p:graphicFrame>
      <p:graphicFrame>
        <p:nvGraphicFramePr>
          <p:cNvPr id="23" name="对象 22">
            <a:extLst>
              <a:ext uri="{FF2B5EF4-FFF2-40B4-BE49-F238E27FC236}">
                <a16:creationId xmlns:a16="http://schemas.microsoft.com/office/drawing/2014/main" id="{E51612BA-D3DF-90AC-700A-F85D764CCE50}"/>
              </a:ext>
            </a:extLst>
          </p:cNvPr>
          <p:cNvGraphicFramePr>
            <a:graphicFrameLocks noChangeAspect="1"/>
          </p:cNvGraphicFramePr>
          <p:nvPr>
            <p:extLst>
              <p:ext uri="{D42A27DB-BD31-4B8C-83A1-F6EECF244321}">
                <p14:modId xmlns:p14="http://schemas.microsoft.com/office/powerpoint/2010/main" val="2703884565"/>
              </p:ext>
            </p:extLst>
          </p:nvPr>
        </p:nvGraphicFramePr>
        <p:xfrm>
          <a:off x="6096000" y="5679063"/>
          <a:ext cx="4741881" cy="592240"/>
        </p:xfrm>
        <a:graphic>
          <a:graphicData uri="http://schemas.openxmlformats.org/presentationml/2006/ole">
            <mc:AlternateContent xmlns:mc="http://schemas.openxmlformats.org/markup-compatibility/2006">
              <mc:Choice xmlns:v="urn:schemas-microsoft-com:vml" Requires="v">
                <p:oleObj name="Equation" r:id="rId20" imgW="5706896" imgH="712742" progId="Equation.DSMT4">
                  <p:embed/>
                </p:oleObj>
              </mc:Choice>
              <mc:Fallback>
                <p:oleObj name="Equation" r:id="rId20" imgW="5706896" imgH="712742" progId="Equation.DSMT4">
                  <p:embed/>
                  <p:pic>
                    <p:nvPicPr>
                      <p:cNvPr id="0" name=""/>
                      <p:cNvPicPr/>
                      <p:nvPr/>
                    </p:nvPicPr>
                    <p:blipFill>
                      <a:blip r:embed="rId21"/>
                      <a:stretch>
                        <a:fillRect/>
                      </a:stretch>
                    </p:blipFill>
                    <p:spPr>
                      <a:xfrm>
                        <a:off x="6096000" y="5679063"/>
                        <a:ext cx="4741881" cy="592240"/>
                      </a:xfrm>
                      <a:prstGeom prst="rect">
                        <a:avLst/>
                      </a:prstGeom>
                    </p:spPr>
                  </p:pic>
                </p:oleObj>
              </mc:Fallback>
            </mc:AlternateContent>
          </a:graphicData>
        </a:graphic>
      </p:graphicFrame>
      <p:graphicFrame>
        <p:nvGraphicFramePr>
          <p:cNvPr id="24" name="对象 23">
            <a:extLst>
              <a:ext uri="{FF2B5EF4-FFF2-40B4-BE49-F238E27FC236}">
                <a16:creationId xmlns:a16="http://schemas.microsoft.com/office/drawing/2014/main" id="{AC729BB0-41EA-202B-22D2-39620443E253}"/>
              </a:ext>
            </a:extLst>
          </p:cNvPr>
          <p:cNvGraphicFramePr>
            <a:graphicFrameLocks noChangeAspect="1"/>
          </p:cNvGraphicFramePr>
          <p:nvPr>
            <p:extLst>
              <p:ext uri="{D42A27DB-BD31-4B8C-83A1-F6EECF244321}">
                <p14:modId xmlns:p14="http://schemas.microsoft.com/office/powerpoint/2010/main" val="2019885197"/>
              </p:ext>
            </p:extLst>
          </p:nvPr>
        </p:nvGraphicFramePr>
        <p:xfrm>
          <a:off x="7088518" y="6289671"/>
          <a:ext cx="2756844" cy="335001"/>
        </p:xfrm>
        <a:graphic>
          <a:graphicData uri="http://schemas.openxmlformats.org/presentationml/2006/ole">
            <mc:AlternateContent xmlns:mc="http://schemas.openxmlformats.org/markup-compatibility/2006">
              <mc:Choice xmlns:v="urn:schemas-microsoft-com:vml" Requires="v">
                <p:oleObj name="Equation" r:id="rId22" imgW="2848096" imgH="345349" progId="Equation.DSMT4">
                  <p:embed/>
                </p:oleObj>
              </mc:Choice>
              <mc:Fallback>
                <p:oleObj name="Equation" r:id="rId22" imgW="2848096" imgH="345349" progId="Equation.DSMT4">
                  <p:embed/>
                  <p:pic>
                    <p:nvPicPr>
                      <p:cNvPr id="0" name=""/>
                      <p:cNvPicPr/>
                      <p:nvPr/>
                    </p:nvPicPr>
                    <p:blipFill>
                      <a:blip r:embed="rId23"/>
                      <a:stretch>
                        <a:fillRect/>
                      </a:stretch>
                    </p:blipFill>
                    <p:spPr>
                      <a:xfrm>
                        <a:off x="7088518" y="6289671"/>
                        <a:ext cx="2756844" cy="335001"/>
                      </a:xfrm>
                      <a:prstGeom prst="rect">
                        <a:avLst/>
                      </a:prstGeom>
                    </p:spPr>
                  </p:pic>
                </p:oleObj>
              </mc:Fallback>
            </mc:AlternateContent>
          </a:graphicData>
        </a:graphic>
      </p:graphicFrame>
    </p:spTree>
    <p:extLst>
      <p:ext uri="{BB962C8B-B14F-4D97-AF65-F5344CB8AC3E}">
        <p14:creationId xmlns:p14="http://schemas.microsoft.com/office/powerpoint/2010/main" val="3524678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49969E0-C236-479A-556F-7DBE807F2852}"/>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036D6356-A726-C0F6-8FBF-6D0ABE4817D3}"/>
              </a:ext>
            </a:extLst>
          </p:cNvPr>
          <p:cNvSpPr>
            <a:spLocks noGrp="1"/>
          </p:cNvSpPr>
          <p:nvPr>
            <p:ph type="sldNum" sz="quarter" idx="15"/>
          </p:nvPr>
        </p:nvSpPr>
        <p:spPr/>
        <p:txBody>
          <a:bodyPr/>
          <a:lstStyle/>
          <a:p>
            <a:fld id="{8D48AAE3-8C0E-48A8-B421-1F15F8D19339}" type="slidenum">
              <a:rPr lang="en-US" smtClean="0"/>
              <a:t>5</a:t>
            </a:fld>
            <a:endParaRPr lang="en-US" dirty="0"/>
          </a:p>
        </p:txBody>
      </p:sp>
      <p:sp>
        <p:nvSpPr>
          <p:cNvPr id="6" name="标题 5">
            <a:extLst>
              <a:ext uri="{FF2B5EF4-FFF2-40B4-BE49-F238E27FC236}">
                <a16:creationId xmlns:a16="http://schemas.microsoft.com/office/drawing/2014/main" id="{3D1C6694-EF37-4E6E-BAD6-E39E4C682EDA}"/>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排样优化系统总体框架</a:t>
            </a:r>
          </a:p>
        </p:txBody>
      </p:sp>
      <p:sp>
        <p:nvSpPr>
          <p:cNvPr id="13" name="文本框 12">
            <a:extLst>
              <a:ext uri="{FF2B5EF4-FFF2-40B4-BE49-F238E27FC236}">
                <a16:creationId xmlns:a16="http://schemas.microsoft.com/office/drawing/2014/main" id="{9F9082FB-D962-939D-3B2B-8201439D0D9D}"/>
              </a:ext>
            </a:extLst>
          </p:cNvPr>
          <p:cNvSpPr txBox="1"/>
          <p:nvPr/>
        </p:nvSpPr>
        <p:spPr>
          <a:xfrm>
            <a:off x="1138554" y="5253157"/>
            <a:ext cx="10451280" cy="961289"/>
          </a:xfrm>
          <a:prstGeom prst="rect">
            <a:avLst/>
          </a:prstGeom>
          <a:noFill/>
        </p:spPr>
        <p:txBody>
          <a:bodyPr wrap="square">
            <a:spAutoFit/>
          </a:bodyPr>
          <a:lstStyle/>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面向钢板卷材批量切割场景，构建以</a:t>
            </a:r>
            <a:r>
              <a:rPr lang="zh-CN" altLang="en-US" sz="2000" dirty="0">
                <a:solidFill>
                  <a:srgbClr val="C00000"/>
                </a:solidFill>
                <a:latin typeface="微软雅黑" panose="020B0503020204020204" pitchFamily="34" charset="-122"/>
                <a:ea typeface="微软雅黑" panose="020B0503020204020204" pitchFamily="34" charset="-122"/>
              </a:rPr>
              <a:t>遗传算法</a:t>
            </a:r>
            <a:r>
              <a:rPr lang="zh-CN" altLang="en-US" sz="2000" dirty="0">
                <a:latin typeface="微软雅黑" panose="020B0503020204020204" pitchFamily="34" charset="-122"/>
                <a:ea typeface="微软雅黑" panose="020B0503020204020204" pitchFamily="34" charset="-122"/>
              </a:rPr>
              <a:t>为核心的排样优化系统</a:t>
            </a:r>
            <a:endParaRPr lang="en-US" altLang="zh-CN" sz="2000" dirty="0">
              <a:latin typeface="微软雅黑" panose="020B0503020204020204" pitchFamily="34" charset="-122"/>
              <a:ea typeface="微软雅黑" panose="020B0503020204020204" pitchFamily="34" charset="-122"/>
            </a:endParaRPr>
          </a:p>
          <a:p>
            <a:pPr marL="342900" indent="-34290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在满足齐头切与最小纵切间距约束的前提下，最小化大板总消耗长度，提升材料利用率。</a:t>
            </a:r>
          </a:p>
        </p:txBody>
      </p:sp>
      <p:pic>
        <p:nvPicPr>
          <p:cNvPr id="2050" name="Picture 2">
            <a:extLst>
              <a:ext uri="{FF2B5EF4-FFF2-40B4-BE49-F238E27FC236}">
                <a16:creationId xmlns:a16="http://schemas.microsoft.com/office/drawing/2014/main" id="{1FE465B3-11A8-D945-E04A-938D6B2F3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299" y="1460059"/>
            <a:ext cx="11593513" cy="39378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8418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EDF1379-3090-E5E6-0D83-95761725FF59}"/>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E7607D9-E520-2380-8E86-DAAC6BBCDF9A}"/>
              </a:ext>
            </a:extLst>
          </p:cNvPr>
          <p:cNvSpPr>
            <a:spLocks noGrp="1"/>
          </p:cNvSpPr>
          <p:nvPr>
            <p:ph type="sldNum" sz="quarter" idx="15"/>
          </p:nvPr>
        </p:nvSpPr>
        <p:spPr/>
        <p:txBody>
          <a:bodyPr/>
          <a:lstStyle/>
          <a:p>
            <a:fld id="{8D48AAE3-8C0E-48A8-B421-1F15F8D19339}" type="slidenum">
              <a:rPr lang="en-US" smtClean="0"/>
              <a:t>6</a:t>
            </a:fld>
            <a:endParaRPr lang="en-US" dirty="0"/>
          </a:p>
        </p:txBody>
      </p:sp>
      <p:sp>
        <p:nvSpPr>
          <p:cNvPr id="6" name="标题 5">
            <a:extLst>
              <a:ext uri="{FF2B5EF4-FFF2-40B4-BE49-F238E27FC236}">
                <a16:creationId xmlns:a16="http://schemas.microsoft.com/office/drawing/2014/main" id="{EB08DEF8-92D9-E55E-DEAD-9A70A106D0B2}"/>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排样优化的编码初始化流程</a:t>
            </a:r>
          </a:p>
        </p:txBody>
      </p:sp>
      <p:pic>
        <p:nvPicPr>
          <p:cNvPr id="1026" name="Picture 2">
            <a:extLst>
              <a:ext uri="{FF2B5EF4-FFF2-40B4-BE49-F238E27FC236}">
                <a16:creationId xmlns:a16="http://schemas.microsoft.com/office/drawing/2014/main" id="{C9B01E43-7127-347B-001F-0650CB03D223}"/>
              </a:ext>
            </a:extLst>
          </p:cNvPr>
          <p:cNvPicPr>
            <a:picLocks noChangeAspect="1" noChangeArrowheads="1"/>
          </p:cNvPicPr>
          <p:nvPr/>
        </p:nvPicPr>
        <p:blipFill>
          <a:blip>
            <a:extLst>
              <a:ext uri="{96DAC541-7B7A-43D3-8B79-37D633B846F1}">
                <asvg:svgBlip xmlns:asvg="http://schemas.microsoft.com/office/drawing/2016/SVG/main" r:embed="rId3"/>
              </a:ext>
            </a:extLst>
          </a:blip>
          <a:srcRect/>
          <a:stretch/>
        </p:blipFill>
        <p:spPr bwMode="auto">
          <a:xfrm>
            <a:off x="920577" y="1186574"/>
            <a:ext cx="10350846" cy="3801912"/>
          </a:xfrm>
          <a:prstGeom prst="rect">
            <a:avLst/>
          </a:prstGeom>
          <a:noFill/>
          <a:extLst>
            <a:ext uri="{909E8E84-426E-40DD-AFC4-6F175D3DCCD1}">
              <a14:hiddenFill xmlns:a14="http://schemas.microsoft.com/office/drawing/2010/main">
                <a:solidFill>
                  <a:srgbClr val="FFFFFF"/>
                </a:solidFill>
              </a14:hiddenFill>
            </a:ext>
          </a:extLst>
        </p:spPr>
      </p:pic>
      <p:sp>
        <p:nvSpPr>
          <p:cNvPr id="10" name="文本框 9">
            <a:extLst>
              <a:ext uri="{FF2B5EF4-FFF2-40B4-BE49-F238E27FC236}">
                <a16:creationId xmlns:a16="http://schemas.microsoft.com/office/drawing/2014/main" id="{C802FD02-C0F0-0960-6D5B-62B731276D61}"/>
              </a:ext>
            </a:extLst>
          </p:cNvPr>
          <p:cNvSpPr txBox="1"/>
          <p:nvPr/>
        </p:nvSpPr>
        <p:spPr>
          <a:xfrm>
            <a:off x="254870" y="5096145"/>
            <a:ext cx="3424534" cy="1200329"/>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订单接入与降维预处理</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采用缩放因子对需求量等比压缩，在保留分组特征的同时缩短染色体长度、降低搜索复杂度。</a:t>
            </a:r>
          </a:p>
        </p:txBody>
      </p:sp>
      <p:sp>
        <p:nvSpPr>
          <p:cNvPr id="12" name="文本框 11">
            <a:extLst>
              <a:ext uri="{FF2B5EF4-FFF2-40B4-BE49-F238E27FC236}">
                <a16:creationId xmlns:a16="http://schemas.microsoft.com/office/drawing/2014/main" id="{EC096BBE-AAF2-CD00-F157-62C79A0A4273}"/>
              </a:ext>
            </a:extLst>
          </p:cNvPr>
          <p:cNvSpPr txBox="1"/>
          <p:nvPr/>
        </p:nvSpPr>
        <p:spPr>
          <a:xfrm>
            <a:off x="3862648" y="5209761"/>
            <a:ext cx="4466704"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产品数据按类型离散化拆解：</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每个切割单元实例化为一个 </a:t>
            </a:r>
            <a:r>
              <a:rPr lang="en-US" altLang="zh-CN" dirty="0">
                <a:latin typeface="微软雅黑" panose="020B0503020204020204" pitchFamily="34" charset="-122"/>
                <a:ea typeface="微软雅黑" panose="020B0503020204020204" pitchFamily="34" charset="-122"/>
              </a:rPr>
              <a:t>Item</a:t>
            </a:r>
            <a:r>
              <a:rPr lang="zh-CN" altLang="en-US" dirty="0">
                <a:latin typeface="微软雅黑" panose="020B0503020204020204" pitchFamily="34" charset="-122"/>
                <a:ea typeface="微软雅黑" panose="020B0503020204020204" pitchFamily="34" charset="-122"/>
              </a:rPr>
              <a:t>，对应唯一编号及宽度、长度属性。</a:t>
            </a:r>
          </a:p>
        </p:txBody>
      </p:sp>
      <p:sp>
        <p:nvSpPr>
          <p:cNvPr id="15" name="文本框 14">
            <a:extLst>
              <a:ext uri="{FF2B5EF4-FFF2-40B4-BE49-F238E27FC236}">
                <a16:creationId xmlns:a16="http://schemas.microsoft.com/office/drawing/2014/main" id="{345D34E5-FDBC-3763-8921-9AD17314012D}"/>
              </a:ext>
            </a:extLst>
          </p:cNvPr>
          <p:cNvSpPr txBox="1"/>
          <p:nvPr/>
        </p:nvSpPr>
        <p:spPr>
          <a:xfrm>
            <a:off x="8612490" y="5234644"/>
            <a:ext cx="2977344"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生成初始排列序列：</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通过随机排列生成初始染色体，构成遗传算法初始种群。</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74534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9C63EC7-78DE-2D98-AA8B-BDBBEF56317C}"/>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1939EB46-F110-6E51-E0A0-742C1DAB37A3}"/>
              </a:ext>
            </a:extLst>
          </p:cNvPr>
          <p:cNvSpPr>
            <a:spLocks noGrp="1"/>
          </p:cNvSpPr>
          <p:nvPr>
            <p:ph type="sldNum" sz="quarter" idx="15"/>
          </p:nvPr>
        </p:nvSpPr>
        <p:spPr/>
        <p:txBody>
          <a:bodyPr/>
          <a:lstStyle/>
          <a:p>
            <a:fld id="{8D48AAE3-8C0E-48A8-B421-1F15F8D19339}" type="slidenum">
              <a:rPr lang="en-US" smtClean="0"/>
              <a:t>7</a:t>
            </a:fld>
            <a:endParaRPr lang="en-US" dirty="0"/>
          </a:p>
        </p:txBody>
      </p:sp>
      <p:sp>
        <p:nvSpPr>
          <p:cNvPr id="6" name="标题 5">
            <a:extLst>
              <a:ext uri="{FF2B5EF4-FFF2-40B4-BE49-F238E27FC236}">
                <a16:creationId xmlns:a16="http://schemas.microsoft.com/office/drawing/2014/main" id="{59304AEA-6041-1418-C054-7C0DB03EC6FF}"/>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染色体编码机制</a:t>
            </a:r>
          </a:p>
        </p:txBody>
      </p:sp>
      <p:sp>
        <p:nvSpPr>
          <p:cNvPr id="12" name="标题 5">
            <a:extLst>
              <a:ext uri="{FF2B5EF4-FFF2-40B4-BE49-F238E27FC236}">
                <a16:creationId xmlns:a16="http://schemas.microsoft.com/office/drawing/2014/main" id="{7D5D302B-A646-B75C-D03C-2B83AA402FFC}"/>
              </a:ext>
            </a:extLst>
          </p:cNvPr>
          <p:cNvSpPr txBox="1">
            <a:spLocks/>
          </p:cNvSpPr>
          <p:nvPr/>
        </p:nvSpPr>
        <p:spPr>
          <a:xfrm>
            <a:off x="813707" y="100921"/>
            <a:ext cx="8166100" cy="700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kern="1200" baseline="0">
                <a:solidFill>
                  <a:schemeClr val="tx1"/>
                </a:solidFill>
                <a:latin typeface="Arial" panose="020B0604020202020204" pitchFamily="34" charset="0"/>
                <a:ea typeface="楷体" panose="02010609060101010101" pitchFamily="49" charset="-122"/>
                <a:cs typeface="+mj-cs"/>
              </a:defRPr>
            </a:lvl1pPr>
          </a:lstStyle>
          <a:p>
            <a:endParaRPr lang="zh-CN" altLang="en-US"/>
          </a:p>
        </p:txBody>
      </p:sp>
      <p:pic>
        <p:nvPicPr>
          <p:cNvPr id="21" name="图片 20">
            <a:extLst>
              <a:ext uri="{FF2B5EF4-FFF2-40B4-BE49-F238E27FC236}">
                <a16:creationId xmlns:a16="http://schemas.microsoft.com/office/drawing/2014/main" id="{2943483A-2486-C77E-CB4E-A32E357DF401}"/>
              </a:ext>
            </a:extLst>
          </p:cNvPr>
          <p:cNvPicPr>
            <a:picLocks noChangeAspect="1"/>
          </p:cNvPicPr>
          <p:nvPr/>
        </p:nvPicPr>
        <p:blipFill>
          <a:blip r:embed="rId3"/>
          <a:stretch>
            <a:fillRect/>
          </a:stretch>
        </p:blipFill>
        <p:spPr>
          <a:xfrm>
            <a:off x="-250630" y="1124978"/>
            <a:ext cx="12373864" cy="4004321"/>
          </a:xfrm>
          <a:prstGeom prst="rect">
            <a:avLst/>
          </a:prstGeom>
        </p:spPr>
      </p:pic>
      <p:sp>
        <p:nvSpPr>
          <p:cNvPr id="3" name="文本框 2">
            <a:extLst>
              <a:ext uri="{FF2B5EF4-FFF2-40B4-BE49-F238E27FC236}">
                <a16:creationId xmlns:a16="http://schemas.microsoft.com/office/drawing/2014/main" id="{53EA25FE-7A05-00BF-2030-097D0D5BDC5E}"/>
              </a:ext>
            </a:extLst>
          </p:cNvPr>
          <p:cNvSpPr txBox="1"/>
          <p:nvPr/>
        </p:nvSpPr>
        <p:spPr>
          <a:xfrm>
            <a:off x="1926284" y="5081674"/>
            <a:ext cx="8474596" cy="96128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每块板恰好出现一次 不会出现</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漏切</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或</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重复切</a:t>
            </a:r>
            <a:r>
              <a:rPr lang="en-US" altLang="zh-CN" sz="2000" dirty="0">
                <a:latin typeface="微软雅黑" panose="020B0503020204020204" pitchFamily="34" charset="-122"/>
                <a:ea typeface="微软雅黑" panose="020B0503020204020204" pitchFamily="34" charset="-122"/>
              </a:rPr>
              <a:t>"</a:t>
            </a:r>
            <a:r>
              <a:rPr lang="zh-CN" altLang="en-US" sz="2000" dirty="0">
                <a:latin typeface="微软雅黑" panose="020B0503020204020204" pitchFamily="34" charset="-122"/>
                <a:ea typeface="微软雅黑" panose="020B0503020204020204" pitchFamily="34" charset="-122"/>
              </a:rPr>
              <a:t>，天然保证方案合法 </a:t>
            </a:r>
            <a:endParaRPr lang="en-US" altLang="zh-CN" sz="2000" dirty="0">
              <a:latin typeface="微软雅黑" panose="020B0503020204020204" pitchFamily="34" charset="-122"/>
              <a:ea typeface="微软雅黑" panose="020B0503020204020204" pitchFamily="34" charset="-122"/>
            </a:endParaRPr>
          </a:p>
          <a:p>
            <a:pPr marL="285750" indent="-285750">
              <a:lnSpc>
                <a:spcPct val="150000"/>
              </a:lnSpc>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顺序就是优先级 排在前面的板先被处理，先尝试放入当前切割条</a:t>
            </a:r>
          </a:p>
        </p:txBody>
      </p:sp>
    </p:spTree>
    <p:extLst>
      <p:ext uri="{BB962C8B-B14F-4D97-AF65-F5344CB8AC3E}">
        <p14:creationId xmlns:p14="http://schemas.microsoft.com/office/powerpoint/2010/main" val="3336575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5464F65F-36DB-7961-7F84-5A8E93B73F38}"/>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1F75A023-8826-86D2-1832-A29D82E0CE96}"/>
              </a:ext>
            </a:extLst>
          </p:cNvPr>
          <p:cNvSpPr>
            <a:spLocks noGrp="1"/>
          </p:cNvSpPr>
          <p:nvPr>
            <p:ph type="sldNum" sz="quarter" idx="15"/>
          </p:nvPr>
        </p:nvSpPr>
        <p:spPr/>
        <p:txBody>
          <a:bodyPr/>
          <a:lstStyle/>
          <a:p>
            <a:fld id="{8D48AAE3-8C0E-48A8-B421-1F15F8D19339}" type="slidenum">
              <a:rPr lang="en-US" smtClean="0"/>
              <a:t>8</a:t>
            </a:fld>
            <a:endParaRPr lang="en-US" dirty="0"/>
          </a:p>
        </p:txBody>
      </p:sp>
      <p:sp>
        <p:nvSpPr>
          <p:cNvPr id="6" name="标题 5">
            <a:extLst>
              <a:ext uri="{FF2B5EF4-FFF2-40B4-BE49-F238E27FC236}">
                <a16:creationId xmlns:a16="http://schemas.microsoft.com/office/drawing/2014/main" id="{C5860820-716A-476F-F58D-8EFD767A493D}"/>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染色体解码机制</a:t>
            </a:r>
          </a:p>
        </p:txBody>
      </p:sp>
      <p:sp>
        <p:nvSpPr>
          <p:cNvPr id="7" name="文本占位符 6">
            <a:extLst>
              <a:ext uri="{FF2B5EF4-FFF2-40B4-BE49-F238E27FC236}">
                <a16:creationId xmlns:a16="http://schemas.microsoft.com/office/drawing/2014/main" id="{43DA9E59-823A-0C8E-5330-AB92FFAFD70C}"/>
              </a:ext>
            </a:extLst>
          </p:cNvPr>
          <p:cNvSpPr>
            <a:spLocks noGrp="1"/>
          </p:cNvSpPr>
          <p:nvPr>
            <p:ph type="body" sz="quarter" idx="10"/>
          </p:nvPr>
        </p:nvSpPr>
        <p:spPr/>
        <p:txBody>
          <a:bodyPr/>
          <a:lstStyle/>
          <a:p>
            <a:pPr marL="0" indent="0">
              <a:buNone/>
            </a:pPr>
            <a:r>
              <a:rPr lang="zh-CN" altLang="en-US" b="1" i="0" dirty="0">
                <a:effectLst/>
                <a:latin typeface="微软雅黑" panose="020B0503020204020204" pitchFamily="34" charset="-122"/>
                <a:ea typeface="微软雅黑" panose="020B0503020204020204" pitchFamily="34" charset="-122"/>
              </a:rPr>
              <a:t>方案一：</a:t>
            </a:r>
            <a:r>
              <a:rPr lang="en-US" altLang="zh-CN" b="1" i="0" dirty="0">
                <a:effectLst/>
                <a:latin typeface="微软雅黑" panose="020B0503020204020204" pitchFamily="34" charset="-122"/>
                <a:ea typeface="微软雅黑" panose="020B0503020204020204" pitchFamily="34" charset="-122"/>
              </a:rPr>
              <a:t>Simple</a:t>
            </a:r>
            <a:r>
              <a:rPr lang="zh-CN" altLang="en-US" b="1" i="0" dirty="0">
                <a:effectLst/>
                <a:latin typeface="微软雅黑" panose="020B0503020204020204" pitchFamily="34" charset="-122"/>
                <a:ea typeface="微软雅黑" panose="020B0503020204020204" pitchFamily="34" charset="-122"/>
              </a:rPr>
              <a:t>解码</a:t>
            </a:r>
            <a:endParaRPr lang="zh-CN" altLang="en-US" b="1" dirty="0">
              <a:latin typeface="微软雅黑" panose="020B0503020204020204" pitchFamily="34" charset="-122"/>
              <a:ea typeface="微软雅黑" panose="020B0503020204020204" pitchFamily="34" charset="-122"/>
            </a:endParaRPr>
          </a:p>
        </p:txBody>
      </p:sp>
      <p:pic>
        <p:nvPicPr>
          <p:cNvPr id="8" name="图片 7">
            <a:extLst>
              <a:ext uri="{FF2B5EF4-FFF2-40B4-BE49-F238E27FC236}">
                <a16:creationId xmlns:a16="http://schemas.microsoft.com/office/drawing/2014/main" id="{D2000B4A-3880-06C1-7045-5ED5E827514C}"/>
              </a:ext>
            </a:extLst>
          </p:cNvPr>
          <p:cNvPicPr>
            <a:picLocks noChangeAspect="1"/>
          </p:cNvPicPr>
          <p:nvPr/>
        </p:nvPicPr>
        <p:blipFill>
          <a:blip r:embed="rId3"/>
          <a:stretch>
            <a:fillRect/>
          </a:stretch>
        </p:blipFill>
        <p:spPr>
          <a:xfrm>
            <a:off x="250478" y="1533592"/>
            <a:ext cx="8026023" cy="4705283"/>
          </a:xfrm>
          <a:prstGeom prst="rect">
            <a:avLst/>
          </a:prstGeom>
        </p:spPr>
      </p:pic>
      <p:sp>
        <p:nvSpPr>
          <p:cNvPr id="11" name="文本框 10">
            <a:extLst>
              <a:ext uri="{FF2B5EF4-FFF2-40B4-BE49-F238E27FC236}">
                <a16:creationId xmlns:a16="http://schemas.microsoft.com/office/drawing/2014/main" id="{E058E036-ED6A-8035-CEF7-4165951D5C40}"/>
              </a:ext>
            </a:extLst>
          </p:cNvPr>
          <p:cNvSpPr txBox="1"/>
          <p:nvPr/>
        </p:nvSpPr>
        <p:spPr>
          <a:xfrm>
            <a:off x="8276501" y="1733617"/>
            <a:ext cx="3915499" cy="1200329"/>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解码原理</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按染色体</a:t>
            </a:r>
            <a:r>
              <a:rPr lang="zh-CN" altLang="en-US" dirty="0">
                <a:solidFill>
                  <a:srgbClr val="C00000"/>
                </a:solidFill>
                <a:latin typeface="微软雅黑" panose="020B0503020204020204" pitchFamily="34" charset="-122"/>
                <a:ea typeface="微软雅黑" panose="020B0503020204020204" pitchFamily="34" charset="-122"/>
              </a:rPr>
              <a:t>顺序线性扫描</a:t>
            </a:r>
            <a:r>
              <a:rPr lang="zh-CN" altLang="en-US" dirty="0">
                <a:latin typeface="微软雅黑" panose="020B0503020204020204" pitchFamily="34" charset="-122"/>
                <a:ea typeface="微软雅黑" panose="020B0503020204020204" pitchFamily="34" charset="-122"/>
              </a:rPr>
              <a:t>，宽度够则放入当前条，不够则结算开新条；条长取内部最长板，满足齐头切约束。</a:t>
            </a:r>
          </a:p>
        </p:txBody>
      </p:sp>
      <p:sp>
        <p:nvSpPr>
          <p:cNvPr id="14" name="文本框 13">
            <a:extLst>
              <a:ext uri="{FF2B5EF4-FFF2-40B4-BE49-F238E27FC236}">
                <a16:creationId xmlns:a16="http://schemas.microsoft.com/office/drawing/2014/main" id="{95B2FEF3-281A-603C-A7F6-6BEF2B97490A}"/>
              </a:ext>
            </a:extLst>
          </p:cNvPr>
          <p:cNvSpPr txBox="1"/>
          <p:nvPr/>
        </p:nvSpPr>
        <p:spPr>
          <a:xfrm>
            <a:off x="8276501" y="3382682"/>
            <a:ext cx="3701134" cy="1477328"/>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局限性</a:t>
            </a:r>
            <a:endParaRPr lang="zh-CN" altLang="en-US"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不优化长度方向，短板被长板拖长，长度浪费不可避免。</a:t>
            </a: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宽度利用率依赖排列顺序，无主动填充机制。</a:t>
            </a:r>
          </a:p>
        </p:txBody>
      </p:sp>
      <p:sp>
        <p:nvSpPr>
          <p:cNvPr id="16" name="文本框 15">
            <a:extLst>
              <a:ext uri="{FF2B5EF4-FFF2-40B4-BE49-F238E27FC236}">
                <a16:creationId xmlns:a16="http://schemas.microsoft.com/office/drawing/2014/main" id="{5CA00D1F-A6C7-E0F0-5E98-C00DB4F954E6}"/>
              </a:ext>
            </a:extLst>
          </p:cNvPr>
          <p:cNvSpPr txBox="1"/>
          <p:nvPr/>
        </p:nvSpPr>
        <p:spPr>
          <a:xfrm>
            <a:off x="8276501" y="5308745"/>
            <a:ext cx="3915499" cy="646331"/>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优势</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时间复杂度 </a:t>
            </a:r>
            <a:r>
              <a:rPr lang="en-US" altLang="zh-CN" dirty="0">
                <a:latin typeface="微软雅黑" panose="020B0503020204020204" pitchFamily="34" charset="-122"/>
                <a:ea typeface="微软雅黑" panose="020B0503020204020204" pitchFamily="34" charset="-122"/>
              </a:rPr>
              <a:t>O(n)</a:t>
            </a:r>
            <a:r>
              <a:rPr lang="zh-CN" altLang="en-US" dirty="0">
                <a:latin typeface="微软雅黑" panose="020B0503020204020204" pitchFamily="34" charset="-122"/>
                <a:ea typeface="微软雅黑" panose="020B0503020204020204" pitchFamily="34" charset="-122"/>
              </a:rPr>
              <a:t>，速度最快。</a:t>
            </a:r>
          </a:p>
        </p:txBody>
      </p:sp>
    </p:spTree>
    <p:extLst>
      <p:ext uri="{BB962C8B-B14F-4D97-AF65-F5344CB8AC3E}">
        <p14:creationId xmlns:p14="http://schemas.microsoft.com/office/powerpoint/2010/main" val="3207421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F75C0E41-AB8C-4B0F-A126-61E9EE036D2C}"/>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0363AD99-7039-1482-B0BC-E0720DFE8450}"/>
              </a:ext>
            </a:extLst>
          </p:cNvPr>
          <p:cNvSpPr>
            <a:spLocks noGrp="1"/>
          </p:cNvSpPr>
          <p:nvPr>
            <p:ph type="sldNum" sz="quarter" idx="15"/>
          </p:nvPr>
        </p:nvSpPr>
        <p:spPr/>
        <p:txBody>
          <a:bodyPr/>
          <a:lstStyle/>
          <a:p>
            <a:fld id="{8D48AAE3-8C0E-48A8-B421-1F15F8D19339}" type="slidenum">
              <a:rPr lang="en-US" smtClean="0"/>
              <a:t>9</a:t>
            </a:fld>
            <a:endParaRPr lang="en-US" dirty="0"/>
          </a:p>
        </p:txBody>
      </p:sp>
      <p:sp>
        <p:nvSpPr>
          <p:cNvPr id="6" name="标题 5">
            <a:extLst>
              <a:ext uri="{FF2B5EF4-FFF2-40B4-BE49-F238E27FC236}">
                <a16:creationId xmlns:a16="http://schemas.microsoft.com/office/drawing/2014/main" id="{E84C399A-0594-F767-79AB-DAE4483F5ADD}"/>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染色体解码机制</a:t>
            </a:r>
            <a:endParaRPr lang="zh-CN" altLang="en-US" dirty="0"/>
          </a:p>
        </p:txBody>
      </p:sp>
      <p:pic>
        <p:nvPicPr>
          <p:cNvPr id="3074" name="Picture 2">
            <a:extLst>
              <a:ext uri="{FF2B5EF4-FFF2-40B4-BE49-F238E27FC236}">
                <a16:creationId xmlns:a16="http://schemas.microsoft.com/office/drawing/2014/main" id="{201CA6BB-5947-46EE-C562-69FEE62AC8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643" y="1732795"/>
            <a:ext cx="7919719" cy="4470809"/>
          </a:xfrm>
          <a:prstGeom prst="rect">
            <a:avLst/>
          </a:prstGeom>
          <a:noFill/>
          <a:extLst>
            <a:ext uri="{909E8E84-426E-40DD-AFC4-6F175D3DCCD1}">
              <a14:hiddenFill xmlns:a14="http://schemas.microsoft.com/office/drawing/2010/main">
                <a:solidFill>
                  <a:srgbClr val="FFFFFF"/>
                </a:solidFill>
              </a14:hiddenFill>
            </a:ext>
          </a:extLst>
        </p:spPr>
      </p:pic>
      <p:sp>
        <p:nvSpPr>
          <p:cNvPr id="11" name="文本框 10">
            <a:extLst>
              <a:ext uri="{FF2B5EF4-FFF2-40B4-BE49-F238E27FC236}">
                <a16:creationId xmlns:a16="http://schemas.microsoft.com/office/drawing/2014/main" id="{544AABBE-3744-29B5-3195-7805CB6389A7}"/>
              </a:ext>
            </a:extLst>
          </p:cNvPr>
          <p:cNvSpPr txBox="1"/>
          <p:nvPr/>
        </p:nvSpPr>
        <p:spPr>
          <a:xfrm>
            <a:off x="8250080" y="1456619"/>
            <a:ext cx="3846852" cy="1754326"/>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解码原理</a:t>
            </a:r>
            <a:endParaRPr lang="zh-CN" altLang="en-US"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最佳适配解码器按</a:t>
            </a:r>
            <a:r>
              <a:rPr lang="zh-CN" altLang="en-US" dirty="0">
                <a:solidFill>
                  <a:srgbClr val="C00000"/>
                </a:solidFill>
                <a:latin typeface="微软雅黑" panose="020B0503020204020204" pitchFamily="34" charset="-122"/>
                <a:ea typeface="微软雅黑" panose="020B0503020204020204" pitchFamily="34" charset="-122"/>
              </a:rPr>
              <a:t>染色体优先级</a:t>
            </a:r>
            <a:r>
              <a:rPr lang="zh-CN" altLang="en-US" dirty="0">
                <a:latin typeface="微软雅黑" panose="020B0503020204020204" pitchFamily="34" charset="-122"/>
                <a:ea typeface="微软雅黑" panose="020B0503020204020204" pitchFamily="34" charset="-122"/>
              </a:rPr>
              <a:t>依次分配板材，遍历现有切割条并基于长度匹配与宽度余量计算评分，将板材放入最优切割条；若无可行切割条，则新建切割条。</a:t>
            </a:r>
          </a:p>
        </p:txBody>
      </p:sp>
      <p:sp>
        <p:nvSpPr>
          <p:cNvPr id="13" name="文本框 12">
            <a:extLst>
              <a:ext uri="{FF2B5EF4-FFF2-40B4-BE49-F238E27FC236}">
                <a16:creationId xmlns:a16="http://schemas.microsoft.com/office/drawing/2014/main" id="{BE50E83F-CE37-47E5-DD5D-8B7283EB4185}"/>
              </a:ext>
            </a:extLst>
          </p:cNvPr>
          <p:cNvSpPr txBox="1"/>
          <p:nvPr/>
        </p:nvSpPr>
        <p:spPr>
          <a:xfrm>
            <a:off x="8250080" y="3303122"/>
            <a:ext cx="3846852" cy="1477328"/>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局限性：</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仅考虑局部最优，缺乏全局协调能力。</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需遍历全部现有切割条，计算开销较大。</a:t>
            </a:r>
          </a:p>
        </p:txBody>
      </p:sp>
      <p:sp>
        <p:nvSpPr>
          <p:cNvPr id="14" name="文本框 13">
            <a:extLst>
              <a:ext uri="{FF2B5EF4-FFF2-40B4-BE49-F238E27FC236}">
                <a16:creationId xmlns:a16="http://schemas.microsoft.com/office/drawing/2014/main" id="{ED345A91-CC6A-03E8-4B28-E35D586C1C9A}"/>
              </a:ext>
            </a:extLst>
          </p:cNvPr>
          <p:cNvSpPr txBox="1"/>
          <p:nvPr/>
        </p:nvSpPr>
        <p:spPr>
          <a:xfrm>
            <a:off x="8250080" y="4872628"/>
            <a:ext cx="3846852" cy="1477328"/>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优势：</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优先选择最优切割条，减少材料浪费。</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编码顺序可直接传递到切割方案中。</a:t>
            </a:r>
          </a:p>
        </p:txBody>
      </p:sp>
      <p:sp>
        <p:nvSpPr>
          <p:cNvPr id="2" name="文本占位符 6">
            <a:extLst>
              <a:ext uri="{FF2B5EF4-FFF2-40B4-BE49-F238E27FC236}">
                <a16:creationId xmlns:a16="http://schemas.microsoft.com/office/drawing/2014/main" id="{90A38B97-BB06-CF2C-E565-C0FADA9F499D}"/>
              </a:ext>
            </a:extLst>
          </p:cNvPr>
          <p:cNvSpPr>
            <a:spLocks noGrp="1"/>
          </p:cNvSpPr>
          <p:nvPr>
            <p:ph type="body" sz="quarter" idx="10"/>
          </p:nvPr>
        </p:nvSpPr>
        <p:spPr>
          <a:xfrm>
            <a:off x="838200" y="942102"/>
            <a:ext cx="4836886" cy="451304"/>
          </a:xfrm>
        </p:spPr>
        <p:txBody>
          <a:bodyPr/>
          <a:lstStyle/>
          <a:p>
            <a:pPr marL="0" indent="0">
              <a:buNone/>
            </a:pPr>
            <a:r>
              <a:rPr lang="zh-CN" altLang="en-US" b="1" i="0" dirty="0">
                <a:effectLst/>
                <a:latin typeface="微软雅黑" panose="020B0503020204020204" pitchFamily="34" charset="-122"/>
                <a:ea typeface="微软雅黑" panose="020B0503020204020204" pitchFamily="34" charset="-122"/>
              </a:rPr>
              <a:t>方案</a:t>
            </a:r>
            <a:r>
              <a:rPr lang="zh-CN" altLang="en-US" b="1" dirty="0">
                <a:latin typeface="微软雅黑" panose="020B0503020204020204" pitchFamily="34" charset="-122"/>
                <a:ea typeface="微软雅黑" panose="020B0503020204020204" pitchFamily="34" charset="-122"/>
              </a:rPr>
              <a:t>二</a:t>
            </a:r>
            <a:r>
              <a:rPr lang="zh-CN" altLang="en-US" b="1" i="0" dirty="0">
                <a:effectLst/>
                <a:latin typeface="微软雅黑" panose="020B0503020204020204" pitchFamily="34" charset="-122"/>
                <a:ea typeface="微软雅黑" panose="020B0503020204020204" pitchFamily="34" charset="-122"/>
              </a:rPr>
              <a:t>：最佳适配解码</a:t>
            </a:r>
            <a:endParaRPr lang="zh-CN" altLang="en-US"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990201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F3F6B9C-8EEB-94F7-3433-6EF760617C24}"/>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C47B0C29-BCAD-8E27-02DC-79A45290052E}"/>
              </a:ext>
            </a:extLst>
          </p:cNvPr>
          <p:cNvSpPr>
            <a:spLocks noGrp="1"/>
          </p:cNvSpPr>
          <p:nvPr>
            <p:ph type="sldNum" sz="quarter" idx="15"/>
          </p:nvPr>
        </p:nvSpPr>
        <p:spPr/>
        <p:txBody>
          <a:bodyPr/>
          <a:lstStyle/>
          <a:p>
            <a:fld id="{8D48AAE3-8C0E-48A8-B421-1F15F8D19339}" type="slidenum">
              <a:rPr lang="en-US" smtClean="0"/>
              <a:t>10</a:t>
            </a:fld>
            <a:endParaRPr lang="en-US" dirty="0"/>
          </a:p>
        </p:txBody>
      </p:sp>
      <p:sp>
        <p:nvSpPr>
          <p:cNvPr id="6" name="标题 5">
            <a:extLst>
              <a:ext uri="{FF2B5EF4-FFF2-40B4-BE49-F238E27FC236}">
                <a16:creationId xmlns:a16="http://schemas.microsoft.com/office/drawing/2014/main" id="{E7B9C6E3-C88D-1B20-BA1A-7756B57196B2}"/>
              </a:ext>
            </a:extLst>
          </p:cNvPr>
          <p:cNvSpPr>
            <a:spLocks noGrp="1"/>
          </p:cNvSpPr>
          <p:nvPr>
            <p:ph type="title"/>
          </p:nvPr>
        </p:nvSpPr>
        <p:spPr/>
        <p:txBody>
          <a:bodyPr/>
          <a:lstStyle/>
          <a:p>
            <a:r>
              <a:rPr lang="en-US" altLang="zh-CN" dirty="0"/>
              <a:t> </a:t>
            </a:r>
            <a:endParaRPr lang="zh-CN" altLang="en-US" dirty="0"/>
          </a:p>
        </p:txBody>
      </p:sp>
      <p:sp>
        <p:nvSpPr>
          <p:cNvPr id="7" name="文本占位符 6">
            <a:extLst>
              <a:ext uri="{FF2B5EF4-FFF2-40B4-BE49-F238E27FC236}">
                <a16:creationId xmlns:a16="http://schemas.microsoft.com/office/drawing/2014/main" id="{BB153477-8AC7-8031-7999-A70B8EDF4ACE}"/>
              </a:ext>
            </a:extLst>
          </p:cNvPr>
          <p:cNvSpPr>
            <a:spLocks noGrp="1"/>
          </p:cNvSpPr>
          <p:nvPr>
            <p:ph type="body" sz="quarter" idx="10"/>
          </p:nvPr>
        </p:nvSpPr>
        <p:spPr/>
        <p:txBody>
          <a:bodyPr/>
          <a:lstStyle/>
          <a:p>
            <a:pPr marL="0" indent="0">
              <a:buNone/>
            </a:pPr>
            <a:r>
              <a:rPr lang="zh-CN" altLang="en-US" b="1" dirty="0">
                <a:latin typeface="微软雅黑" panose="020B0503020204020204" pitchFamily="34" charset="-122"/>
                <a:ea typeface="微软雅黑" panose="020B0503020204020204" pitchFamily="34" charset="-122"/>
              </a:rPr>
              <a:t>方案三：阶段切解码</a:t>
            </a:r>
          </a:p>
        </p:txBody>
      </p:sp>
      <p:pic>
        <p:nvPicPr>
          <p:cNvPr id="2050" name="Picture 2">
            <a:extLst>
              <a:ext uri="{FF2B5EF4-FFF2-40B4-BE49-F238E27FC236}">
                <a16:creationId xmlns:a16="http://schemas.microsoft.com/office/drawing/2014/main" id="{31727ED2-CCA0-0003-6CF4-B748B28448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5602" y="1533592"/>
            <a:ext cx="10760795" cy="3626348"/>
          </a:xfrm>
          <a:prstGeom prst="rect">
            <a:avLst/>
          </a:prstGeom>
          <a:noFill/>
          <a:extLst>
            <a:ext uri="{909E8E84-426E-40DD-AFC4-6F175D3DCCD1}">
              <a14:hiddenFill xmlns:a14="http://schemas.microsoft.com/office/drawing/2010/main">
                <a:solidFill>
                  <a:srgbClr val="FFFFFF"/>
                </a:solidFill>
              </a14:hiddenFill>
            </a:ext>
          </a:extLst>
        </p:spPr>
      </p:pic>
      <p:sp>
        <p:nvSpPr>
          <p:cNvPr id="3" name="标题 5">
            <a:extLst>
              <a:ext uri="{FF2B5EF4-FFF2-40B4-BE49-F238E27FC236}">
                <a16:creationId xmlns:a16="http://schemas.microsoft.com/office/drawing/2014/main" id="{6FE06263-1898-346F-3972-C4ACB2600218}"/>
              </a:ext>
            </a:extLst>
          </p:cNvPr>
          <p:cNvSpPr txBox="1">
            <a:spLocks/>
          </p:cNvSpPr>
          <p:nvPr/>
        </p:nvSpPr>
        <p:spPr>
          <a:xfrm>
            <a:off x="838200" y="100921"/>
            <a:ext cx="8166100" cy="70099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lang="en-US" sz="3200" kern="1200" baseline="0">
                <a:solidFill>
                  <a:schemeClr val="tx1"/>
                </a:solidFill>
                <a:latin typeface="Arial" panose="020B0604020202020204" pitchFamily="34" charset="0"/>
                <a:ea typeface="楷体" panose="02010609060101010101" pitchFamily="49" charset="-122"/>
                <a:cs typeface="+mj-cs"/>
              </a:defRPr>
            </a:lvl1pPr>
          </a:lstStyle>
          <a:p>
            <a:r>
              <a:rPr lang="zh-CN" altLang="en-US" b="1" dirty="0">
                <a:latin typeface="微软雅黑" panose="020B0503020204020204" pitchFamily="34" charset="-122"/>
                <a:ea typeface="微软雅黑" panose="020B0503020204020204" pitchFamily="34" charset="-122"/>
              </a:rPr>
              <a:t>染色体解码机制</a:t>
            </a:r>
            <a:endParaRPr lang="zh-CN" altLang="en-US" dirty="0"/>
          </a:p>
        </p:txBody>
      </p:sp>
      <p:sp>
        <p:nvSpPr>
          <p:cNvPr id="2" name="文本框 1">
            <a:extLst>
              <a:ext uri="{FF2B5EF4-FFF2-40B4-BE49-F238E27FC236}">
                <a16:creationId xmlns:a16="http://schemas.microsoft.com/office/drawing/2014/main" id="{80916531-E74C-29EB-CA84-81B754A41D82}"/>
              </a:ext>
            </a:extLst>
          </p:cNvPr>
          <p:cNvSpPr txBox="1"/>
          <p:nvPr/>
        </p:nvSpPr>
        <p:spPr>
          <a:xfrm>
            <a:off x="323850" y="5429951"/>
            <a:ext cx="8166100"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解码原理：</a:t>
            </a:r>
            <a:br>
              <a:rPr lang="zh-CN" altLang="en-US" dirty="0"/>
            </a:br>
            <a:r>
              <a:rPr lang="zh-CN" altLang="en-US" dirty="0">
                <a:latin typeface="微软雅黑" panose="020B0503020204020204" pitchFamily="34" charset="-122"/>
                <a:ea typeface="微软雅黑" panose="020B0503020204020204" pitchFamily="34" charset="-122"/>
              </a:rPr>
              <a:t>阶段切解码器</a:t>
            </a:r>
            <a:r>
              <a:rPr lang="zh-CN" altLang="en-US" dirty="0">
                <a:solidFill>
                  <a:srgbClr val="C00000"/>
                </a:solidFill>
                <a:latin typeface="微软雅黑" panose="020B0503020204020204" pitchFamily="34" charset="-122"/>
                <a:ea typeface="微软雅黑" panose="020B0503020204020204" pitchFamily="34" charset="-122"/>
              </a:rPr>
              <a:t>以批次为单位</a:t>
            </a:r>
            <a:r>
              <a:rPr lang="zh-CN" altLang="en-US" dirty="0">
                <a:latin typeface="微软雅黑" panose="020B0503020204020204" pitchFamily="34" charset="-122"/>
                <a:ea typeface="微软雅黑" panose="020B0503020204020204" pitchFamily="34" charset="-122"/>
              </a:rPr>
              <a:t>，先贪心确定宽度组合，再选择使某类需求优先清零的批次长度，并在每轮切割后更新库存，直至需求全部满足。</a:t>
            </a:r>
          </a:p>
        </p:txBody>
      </p:sp>
      <p:sp>
        <p:nvSpPr>
          <p:cNvPr id="8" name="文本框 7">
            <a:extLst>
              <a:ext uri="{FF2B5EF4-FFF2-40B4-BE49-F238E27FC236}">
                <a16:creationId xmlns:a16="http://schemas.microsoft.com/office/drawing/2014/main" id="{231A68F6-6996-ACB6-B4F9-91D5036E9508}"/>
              </a:ext>
            </a:extLst>
          </p:cNvPr>
          <p:cNvSpPr txBox="1"/>
          <p:nvPr/>
        </p:nvSpPr>
        <p:spPr>
          <a:xfrm>
            <a:off x="9004300" y="5429951"/>
            <a:ext cx="3309620"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优势：</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可同时兼顾宽度与长度利用。</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更贴近实际生产过程。</a:t>
            </a:r>
          </a:p>
        </p:txBody>
      </p:sp>
      <p:sp>
        <p:nvSpPr>
          <p:cNvPr id="9" name="文本框 8">
            <a:extLst>
              <a:ext uri="{FF2B5EF4-FFF2-40B4-BE49-F238E27FC236}">
                <a16:creationId xmlns:a16="http://schemas.microsoft.com/office/drawing/2014/main" id="{7A1E2A67-9094-AFA4-989B-3A4966ED713C}"/>
              </a:ext>
            </a:extLst>
          </p:cNvPr>
          <p:cNvSpPr txBox="1"/>
          <p:nvPr/>
        </p:nvSpPr>
        <p:spPr>
          <a:xfrm>
            <a:off x="9004300" y="3531716"/>
            <a:ext cx="3187700" cy="1477328"/>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局限性：</a:t>
            </a:r>
            <a:endParaRPr lang="en-US" altLang="zh-CN" b="1"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染色体影响较弱，遗传优化效果受限。</a:t>
            </a:r>
            <a:endParaRPr lang="en-US" altLang="zh-CN" dirty="0">
              <a:latin typeface="微软雅黑" panose="020B0503020204020204" pitchFamily="34" charset="-122"/>
              <a:ea typeface="微软雅黑" panose="020B0503020204020204" pitchFamily="34" charset="-122"/>
            </a:endParaRPr>
          </a:p>
          <a:p>
            <a:pPr marL="285750" indent="-285750">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批次长度可能偏大，易产生额外余料。</a:t>
            </a:r>
          </a:p>
        </p:txBody>
      </p:sp>
    </p:spTree>
    <p:extLst>
      <p:ext uri="{BB962C8B-B14F-4D97-AF65-F5344CB8AC3E}">
        <p14:creationId xmlns:p14="http://schemas.microsoft.com/office/powerpoint/2010/main" val="1003228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A8DAF6B-0282-8D55-00ED-DF6253845B5A}"/>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C549A571-0557-EF0E-D603-1BB16E22B0F0}"/>
              </a:ext>
            </a:extLst>
          </p:cNvPr>
          <p:cNvSpPr>
            <a:spLocks noGrp="1"/>
          </p:cNvSpPr>
          <p:nvPr>
            <p:ph type="sldNum" sz="quarter" idx="15"/>
          </p:nvPr>
        </p:nvSpPr>
        <p:spPr/>
        <p:txBody>
          <a:bodyPr/>
          <a:lstStyle/>
          <a:p>
            <a:fld id="{8D48AAE3-8C0E-48A8-B421-1F15F8D19339}" type="slidenum">
              <a:rPr lang="en-US" smtClean="0"/>
              <a:t>11</a:t>
            </a:fld>
            <a:endParaRPr lang="en-US" dirty="0"/>
          </a:p>
        </p:txBody>
      </p:sp>
      <p:sp>
        <p:nvSpPr>
          <p:cNvPr id="6" name="标题 5">
            <a:extLst>
              <a:ext uri="{FF2B5EF4-FFF2-40B4-BE49-F238E27FC236}">
                <a16:creationId xmlns:a16="http://schemas.microsoft.com/office/drawing/2014/main" id="{5E749F5C-4DFE-9F44-B36F-BCB35C77A212}"/>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案例分析</a:t>
            </a:r>
          </a:p>
        </p:txBody>
      </p:sp>
      <p:sp>
        <p:nvSpPr>
          <p:cNvPr id="16" name="文本框 15">
            <a:extLst>
              <a:ext uri="{FF2B5EF4-FFF2-40B4-BE49-F238E27FC236}">
                <a16:creationId xmlns:a16="http://schemas.microsoft.com/office/drawing/2014/main" id="{1CB543DE-53F8-3C2D-F31E-BC9AD5802655}"/>
              </a:ext>
            </a:extLst>
          </p:cNvPr>
          <p:cNvSpPr txBox="1"/>
          <p:nvPr/>
        </p:nvSpPr>
        <p:spPr>
          <a:xfrm>
            <a:off x="1483454" y="2029989"/>
            <a:ext cx="38867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样例一 订单信息</a:t>
            </a:r>
          </a:p>
        </p:txBody>
      </p:sp>
      <p:graphicFrame>
        <p:nvGraphicFramePr>
          <p:cNvPr id="2" name="表格 1">
            <a:extLst>
              <a:ext uri="{FF2B5EF4-FFF2-40B4-BE49-F238E27FC236}">
                <a16:creationId xmlns:a16="http://schemas.microsoft.com/office/drawing/2014/main" id="{213B9E67-9E2D-762A-C738-AF2C9C1AC15D}"/>
              </a:ext>
            </a:extLst>
          </p:cNvPr>
          <p:cNvGraphicFramePr>
            <a:graphicFrameLocks noGrp="1"/>
          </p:cNvGraphicFramePr>
          <p:nvPr>
            <p:extLst>
              <p:ext uri="{D42A27DB-BD31-4B8C-83A1-F6EECF244321}">
                <p14:modId xmlns:p14="http://schemas.microsoft.com/office/powerpoint/2010/main" val="3024825545"/>
              </p:ext>
            </p:extLst>
          </p:nvPr>
        </p:nvGraphicFramePr>
        <p:xfrm>
          <a:off x="720355" y="2477731"/>
          <a:ext cx="3129015" cy="2455593"/>
        </p:xfrm>
        <a:graphic>
          <a:graphicData uri="http://schemas.openxmlformats.org/drawingml/2006/table">
            <a:tbl>
              <a:tblPr>
                <a:tableStyleId>{22838BEF-8BB2-4498-84A7-C5851F593DF1}</a:tableStyleId>
              </a:tblPr>
              <a:tblGrid>
                <a:gridCol w="1043005">
                  <a:extLst>
                    <a:ext uri="{9D8B030D-6E8A-4147-A177-3AD203B41FA5}">
                      <a16:colId xmlns:a16="http://schemas.microsoft.com/office/drawing/2014/main" val="409716313"/>
                    </a:ext>
                  </a:extLst>
                </a:gridCol>
                <a:gridCol w="1043005">
                  <a:extLst>
                    <a:ext uri="{9D8B030D-6E8A-4147-A177-3AD203B41FA5}">
                      <a16:colId xmlns:a16="http://schemas.microsoft.com/office/drawing/2014/main" val="3776684417"/>
                    </a:ext>
                  </a:extLst>
                </a:gridCol>
                <a:gridCol w="1043005">
                  <a:extLst>
                    <a:ext uri="{9D8B030D-6E8A-4147-A177-3AD203B41FA5}">
                      <a16:colId xmlns:a16="http://schemas.microsoft.com/office/drawing/2014/main" val="3280971188"/>
                    </a:ext>
                  </a:extLst>
                </a:gridCol>
              </a:tblGrid>
              <a:tr h="350799">
                <a:tc>
                  <a:txBody>
                    <a:bodyPr/>
                    <a:lstStyle/>
                    <a:p>
                      <a:pPr marL="0" algn="ctr" defTabSz="914400" rtl="0" eaLnBrk="1" fontAlgn="b" latinLnBrk="0" hangingPunct="1"/>
                      <a:r>
                        <a:rPr lang="zh-CN" altLang="en-US" sz="2100" kern="1200" dirty="0">
                          <a:solidFill>
                            <a:schemeClr val="tx1"/>
                          </a:solidFill>
                          <a:latin typeface="微软雅黑" panose="020B0503020204020204" pitchFamily="34" charset="-122"/>
                          <a:ea typeface="微软雅黑" panose="020B0503020204020204" pitchFamily="34" charset="-122"/>
                          <a:cs typeface="+mn-cs"/>
                        </a:rPr>
                        <a:t>种类</a:t>
                      </a:r>
                    </a:p>
                  </a:txBody>
                  <a:tcPr marL="8709" marR="8709" marT="8709" marB="0" anchor="b"/>
                </a:tc>
                <a:tc>
                  <a:txBody>
                    <a:bodyPr/>
                    <a:lstStyle/>
                    <a:p>
                      <a:pPr marL="0" algn="ctr" defTabSz="914400" rtl="0" eaLnBrk="1" fontAlgn="b" latinLnBrk="0" hangingPunct="1"/>
                      <a:r>
                        <a:rPr lang="en-US" altLang="zh-CN" sz="2100" kern="1200" dirty="0">
                          <a:solidFill>
                            <a:schemeClr val="tx1"/>
                          </a:solidFill>
                          <a:latin typeface="微软雅黑" panose="020B0503020204020204" pitchFamily="34" charset="-122"/>
                          <a:ea typeface="微软雅黑" panose="020B0503020204020204" pitchFamily="34" charset="-122"/>
                          <a:cs typeface="+mn-cs"/>
                        </a:rPr>
                        <a:t>5</a:t>
                      </a:r>
                    </a:p>
                  </a:txBody>
                  <a:tcPr marL="8709" marR="8709" marT="8709" marB="0" anchor="b"/>
                </a:tc>
                <a:tc>
                  <a:txBody>
                    <a:bodyPr/>
                    <a:lstStyle/>
                    <a:p>
                      <a:pPr algn="r" fontAlgn="b"/>
                      <a:endParaRPr lang="zh-CN" altLang="en-US" sz="1300" b="0" i="0" u="none" strike="noStrike">
                        <a:solidFill>
                          <a:srgbClr val="000000"/>
                        </a:solidFill>
                        <a:effectLst/>
                        <a:latin typeface="宋体" panose="02010600030101010101" pitchFamily="2" charset="-122"/>
                        <a:ea typeface="宋体" panose="02010600030101010101" pitchFamily="2" charset="-122"/>
                      </a:endParaRPr>
                    </a:p>
                  </a:txBody>
                  <a:tcPr marL="8709" marR="8709" marT="8709" marB="0" anchor="b"/>
                </a:tc>
                <a:extLst>
                  <a:ext uri="{0D108BD9-81ED-4DB2-BD59-A6C34878D82A}">
                    <a16:rowId xmlns:a16="http://schemas.microsoft.com/office/drawing/2014/main" val="2830594080"/>
                  </a:ext>
                </a:extLst>
              </a:tr>
              <a:tr h="350799">
                <a:tc>
                  <a:txBody>
                    <a:bodyPr/>
                    <a:lstStyle/>
                    <a:p>
                      <a:pPr algn="ctr" fontAlgn="b"/>
                      <a:r>
                        <a:rPr lang="zh-CN" altLang="en-US" sz="2100" kern="1200" dirty="0">
                          <a:solidFill>
                            <a:schemeClr val="tx1"/>
                          </a:solidFill>
                          <a:latin typeface="微软雅黑" panose="020B0503020204020204" pitchFamily="34" charset="-122"/>
                          <a:ea typeface="微软雅黑" panose="020B0503020204020204" pitchFamily="34" charset="-122"/>
                          <a:cs typeface="+mn-cs"/>
                        </a:rPr>
                        <a:t>宽度</a:t>
                      </a:r>
                    </a:p>
                  </a:txBody>
                  <a:tcPr marL="8709" marR="8709" marT="8709" marB="0" anchor="b"/>
                </a:tc>
                <a:tc>
                  <a:txBody>
                    <a:bodyPr/>
                    <a:lstStyle/>
                    <a:p>
                      <a:pPr algn="ctr" fontAlgn="b"/>
                      <a:r>
                        <a:rPr lang="zh-CN" altLang="en-US" sz="2100" kern="1200" dirty="0">
                          <a:solidFill>
                            <a:schemeClr val="tx1"/>
                          </a:solidFill>
                          <a:latin typeface="微软雅黑" panose="020B0503020204020204" pitchFamily="34" charset="-122"/>
                          <a:ea typeface="微软雅黑" panose="020B0503020204020204" pitchFamily="34" charset="-122"/>
                          <a:cs typeface="+mn-cs"/>
                        </a:rPr>
                        <a:t>长度</a:t>
                      </a:r>
                    </a:p>
                  </a:txBody>
                  <a:tcPr marL="8709" marR="8709" marT="8709" marB="0" anchor="b"/>
                </a:tc>
                <a:tc>
                  <a:txBody>
                    <a:bodyPr/>
                    <a:lstStyle/>
                    <a:p>
                      <a:pPr algn="ctr" fontAlgn="b"/>
                      <a:r>
                        <a:rPr lang="zh-CN" altLang="en-US" sz="2100" kern="1200" dirty="0">
                          <a:solidFill>
                            <a:schemeClr val="tx1"/>
                          </a:solidFill>
                          <a:latin typeface="微软雅黑" panose="020B0503020204020204" pitchFamily="34" charset="-122"/>
                          <a:ea typeface="微软雅黑" panose="020B0503020204020204" pitchFamily="34" charset="-122"/>
                          <a:cs typeface="+mn-cs"/>
                        </a:rPr>
                        <a:t>数量</a:t>
                      </a:r>
                    </a:p>
                  </a:txBody>
                  <a:tcPr marL="8709" marR="8709" marT="8709" marB="0" anchor="b"/>
                </a:tc>
                <a:extLst>
                  <a:ext uri="{0D108BD9-81ED-4DB2-BD59-A6C34878D82A}">
                    <a16:rowId xmlns:a16="http://schemas.microsoft.com/office/drawing/2014/main" val="4101933375"/>
                  </a:ext>
                </a:extLst>
              </a:tr>
              <a:tr h="350799">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230</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445</a:t>
                      </a:r>
                    </a:p>
                  </a:txBody>
                  <a:tcPr marL="8709" marR="8709" marT="8709" marB="0" anchor="b"/>
                </a:tc>
                <a:tc>
                  <a:txBody>
                    <a:bodyPr/>
                    <a:lstStyle/>
                    <a:p>
                      <a:pPr algn="ctr" fontAlgn="b"/>
                      <a:r>
                        <a:rPr lang="en-US" altLang="zh-CN" sz="2100" kern="1200">
                          <a:solidFill>
                            <a:schemeClr val="tx1"/>
                          </a:solidFill>
                          <a:latin typeface="微软雅黑" panose="020B0503020204020204" pitchFamily="34" charset="-122"/>
                          <a:ea typeface="微软雅黑" panose="020B0503020204020204" pitchFamily="34" charset="-122"/>
                          <a:cs typeface="+mn-cs"/>
                        </a:rPr>
                        <a:t>1,000</a:t>
                      </a:r>
                    </a:p>
                  </a:txBody>
                  <a:tcPr marL="8709" marR="8709" marT="8709" marB="0" anchor="b"/>
                </a:tc>
                <a:extLst>
                  <a:ext uri="{0D108BD9-81ED-4DB2-BD59-A6C34878D82A}">
                    <a16:rowId xmlns:a16="http://schemas.microsoft.com/office/drawing/2014/main" val="3881367072"/>
                  </a:ext>
                </a:extLst>
              </a:tr>
              <a:tr h="350799">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500</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833</a:t>
                      </a:r>
                    </a:p>
                  </a:txBody>
                  <a:tcPr marL="8709" marR="8709" marT="8709" marB="0" anchor="b"/>
                </a:tc>
                <a:tc>
                  <a:txBody>
                    <a:bodyPr/>
                    <a:lstStyle/>
                    <a:p>
                      <a:pPr algn="ctr" fontAlgn="b"/>
                      <a:r>
                        <a:rPr lang="en-US" altLang="zh-CN" sz="2100" kern="1200">
                          <a:solidFill>
                            <a:schemeClr val="tx1"/>
                          </a:solidFill>
                          <a:latin typeface="微软雅黑" panose="020B0503020204020204" pitchFamily="34" charset="-122"/>
                          <a:ea typeface="微软雅黑" panose="020B0503020204020204" pitchFamily="34" charset="-122"/>
                          <a:cs typeface="+mn-cs"/>
                        </a:rPr>
                        <a:t>1,000</a:t>
                      </a:r>
                    </a:p>
                  </a:txBody>
                  <a:tcPr marL="8709" marR="8709" marT="8709" marB="0" anchor="b"/>
                </a:tc>
                <a:extLst>
                  <a:ext uri="{0D108BD9-81ED-4DB2-BD59-A6C34878D82A}">
                    <a16:rowId xmlns:a16="http://schemas.microsoft.com/office/drawing/2014/main" val="2542934780"/>
                  </a:ext>
                </a:extLst>
              </a:tr>
              <a:tr h="350799">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547</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291</a:t>
                      </a:r>
                    </a:p>
                  </a:txBody>
                  <a:tcPr marL="8709" marR="8709" marT="8709" marB="0" anchor="b"/>
                </a:tc>
                <a:tc>
                  <a:txBody>
                    <a:bodyPr/>
                    <a:lstStyle/>
                    <a:p>
                      <a:pPr algn="ctr" fontAlgn="b"/>
                      <a:r>
                        <a:rPr lang="en-US" altLang="zh-CN" sz="2100" kern="1200">
                          <a:solidFill>
                            <a:schemeClr val="tx1"/>
                          </a:solidFill>
                          <a:latin typeface="微软雅黑" panose="020B0503020204020204" pitchFamily="34" charset="-122"/>
                          <a:ea typeface="微软雅黑" panose="020B0503020204020204" pitchFamily="34" charset="-122"/>
                          <a:cs typeface="+mn-cs"/>
                        </a:rPr>
                        <a:t>500</a:t>
                      </a:r>
                    </a:p>
                  </a:txBody>
                  <a:tcPr marL="8709" marR="8709" marT="8709" marB="0" anchor="b"/>
                </a:tc>
                <a:extLst>
                  <a:ext uri="{0D108BD9-81ED-4DB2-BD59-A6C34878D82A}">
                    <a16:rowId xmlns:a16="http://schemas.microsoft.com/office/drawing/2014/main" val="3595236042"/>
                  </a:ext>
                </a:extLst>
              </a:tr>
              <a:tr h="350799">
                <a:tc>
                  <a:txBody>
                    <a:bodyPr/>
                    <a:lstStyle/>
                    <a:p>
                      <a:pPr algn="ctr" fontAlgn="b"/>
                      <a:r>
                        <a:rPr lang="en-US" altLang="zh-CN" sz="2100" kern="1200">
                          <a:solidFill>
                            <a:schemeClr val="tx1"/>
                          </a:solidFill>
                          <a:latin typeface="微软雅黑" panose="020B0503020204020204" pitchFamily="34" charset="-122"/>
                          <a:ea typeface="微软雅黑" panose="020B0503020204020204" pitchFamily="34" charset="-122"/>
                          <a:cs typeface="+mn-cs"/>
                        </a:rPr>
                        <a:t>200</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555</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666</a:t>
                      </a:r>
                    </a:p>
                  </a:txBody>
                  <a:tcPr marL="8709" marR="8709" marT="8709" marB="0" anchor="b"/>
                </a:tc>
                <a:extLst>
                  <a:ext uri="{0D108BD9-81ED-4DB2-BD59-A6C34878D82A}">
                    <a16:rowId xmlns:a16="http://schemas.microsoft.com/office/drawing/2014/main" val="1740460356"/>
                  </a:ext>
                </a:extLst>
              </a:tr>
              <a:tr h="350799">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400</a:t>
                      </a:r>
                    </a:p>
                  </a:txBody>
                  <a:tcPr marL="8709" marR="8709" marT="8709" marB="0" anchor="b"/>
                </a:tc>
                <a:tc>
                  <a:txBody>
                    <a:bodyPr/>
                    <a:lstStyle/>
                    <a:p>
                      <a:pPr algn="ctr" fontAlgn="b"/>
                      <a:r>
                        <a:rPr lang="en-US" altLang="zh-CN" sz="2100" kern="1200">
                          <a:solidFill>
                            <a:schemeClr val="tx1"/>
                          </a:solidFill>
                          <a:latin typeface="微软雅黑" panose="020B0503020204020204" pitchFamily="34" charset="-122"/>
                          <a:ea typeface="微软雅黑" panose="020B0503020204020204" pitchFamily="34" charset="-122"/>
                          <a:cs typeface="+mn-cs"/>
                        </a:rPr>
                        <a:t>600</a:t>
                      </a:r>
                    </a:p>
                  </a:txBody>
                  <a:tcPr marL="8709" marR="8709" marT="8709" marB="0" anchor="b"/>
                </a:tc>
                <a:tc>
                  <a:txBody>
                    <a:bodyPr/>
                    <a:lstStyle/>
                    <a:p>
                      <a:pPr algn="ctr" fontAlgn="b"/>
                      <a:r>
                        <a:rPr lang="en-US" altLang="zh-CN" sz="2100" kern="1200" dirty="0">
                          <a:solidFill>
                            <a:schemeClr val="tx1"/>
                          </a:solidFill>
                          <a:latin typeface="微软雅黑" panose="020B0503020204020204" pitchFamily="34" charset="-122"/>
                          <a:ea typeface="微软雅黑" panose="020B0503020204020204" pitchFamily="34" charset="-122"/>
                          <a:cs typeface="+mn-cs"/>
                        </a:rPr>
                        <a:t>888</a:t>
                      </a:r>
                    </a:p>
                  </a:txBody>
                  <a:tcPr marL="8709" marR="8709" marT="8709" marB="0" anchor="b"/>
                </a:tc>
                <a:extLst>
                  <a:ext uri="{0D108BD9-81ED-4DB2-BD59-A6C34878D82A}">
                    <a16:rowId xmlns:a16="http://schemas.microsoft.com/office/drawing/2014/main" val="328899394"/>
                  </a:ext>
                </a:extLst>
              </a:tr>
            </a:tbl>
          </a:graphicData>
        </a:graphic>
      </p:graphicFrame>
      <p:sp>
        <p:nvSpPr>
          <p:cNvPr id="3" name="文本框 2">
            <a:extLst>
              <a:ext uri="{FF2B5EF4-FFF2-40B4-BE49-F238E27FC236}">
                <a16:creationId xmlns:a16="http://schemas.microsoft.com/office/drawing/2014/main" id="{B2B32DC1-B2AF-9256-572C-D6F649C5075F}"/>
              </a:ext>
            </a:extLst>
          </p:cNvPr>
          <p:cNvSpPr txBox="1"/>
          <p:nvPr/>
        </p:nvSpPr>
        <p:spPr>
          <a:xfrm>
            <a:off x="5117558" y="2029989"/>
            <a:ext cx="38867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样例二 订单信息</a:t>
            </a:r>
          </a:p>
        </p:txBody>
      </p:sp>
      <p:graphicFrame>
        <p:nvGraphicFramePr>
          <p:cNvPr id="7" name="表格 6">
            <a:extLst>
              <a:ext uri="{FF2B5EF4-FFF2-40B4-BE49-F238E27FC236}">
                <a16:creationId xmlns:a16="http://schemas.microsoft.com/office/drawing/2014/main" id="{FDB905EB-DDDA-2F37-1580-0AC07F415EF1}"/>
              </a:ext>
            </a:extLst>
          </p:cNvPr>
          <p:cNvGraphicFramePr>
            <a:graphicFrameLocks noGrp="1"/>
          </p:cNvGraphicFramePr>
          <p:nvPr>
            <p:extLst>
              <p:ext uri="{D42A27DB-BD31-4B8C-83A1-F6EECF244321}">
                <p14:modId xmlns:p14="http://schemas.microsoft.com/office/powerpoint/2010/main" val="3350422994"/>
              </p:ext>
            </p:extLst>
          </p:nvPr>
        </p:nvGraphicFramePr>
        <p:xfrm>
          <a:off x="4454154" y="2477731"/>
          <a:ext cx="3129015" cy="2442587"/>
        </p:xfrm>
        <a:graphic>
          <a:graphicData uri="http://schemas.openxmlformats.org/drawingml/2006/table">
            <a:tbl>
              <a:tblPr>
                <a:tableStyleId>{22838BEF-8BB2-4498-84A7-C5851F593DF1}</a:tableStyleId>
              </a:tblPr>
              <a:tblGrid>
                <a:gridCol w="1043005">
                  <a:extLst>
                    <a:ext uri="{9D8B030D-6E8A-4147-A177-3AD203B41FA5}">
                      <a16:colId xmlns:a16="http://schemas.microsoft.com/office/drawing/2014/main" val="409716313"/>
                    </a:ext>
                  </a:extLst>
                </a:gridCol>
                <a:gridCol w="1043005">
                  <a:extLst>
                    <a:ext uri="{9D8B030D-6E8A-4147-A177-3AD203B41FA5}">
                      <a16:colId xmlns:a16="http://schemas.microsoft.com/office/drawing/2014/main" val="3776684417"/>
                    </a:ext>
                  </a:extLst>
                </a:gridCol>
                <a:gridCol w="1043005">
                  <a:extLst>
                    <a:ext uri="{9D8B030D-6E8A-4147-A177-3AD203B41FA5}">
                      <a16:colId xmlns:a16="http://schemas.microsoft.com/office/drawing/2014/main" val="3280971188"/>
                    </a:ext>
                  </a:extLst>
                </a:gridCol>
              </a:tblGrid>
              <a:tr h="348941">
                <a:tc>
                  <a:txBody>
                    <a:bodyPr/>
                    <a:lstStyle/>
                    <a:p>
                      <a:pPr marL="0" algn="ctr" defTabSz="914400" rtl="0" eaLnBrk="1" fontAlgn="b" latinLnBrk="0" hangingPunct="1"/>
                      <a:r>
                        <a:rPr lang="zh-CN" altLang="en-US" sz="1800" kern="1200" dirty="0">
                          <a:solidFill>
                            <a:schemeClr val="tx1"/>
                          </a:solidFill>
                          <a:latin typeface="微软雅黑" panose="020B0503020204020204" pitchFamily="34" charset="-122"/>
                          <a:ea typeface="微软雅黑" panose="020B0503020204020204" pitchFamily="34" charset="-122"/>
                          <a:cs typeface="+mn-cs"/>
                        </a:rPr>
                        <a:t>种类</a:t>
                      </a:r>
                    </a:p>
                  </a:txBody>
                  <a:tcPr marL="7620" marR="7620" marT="7620" marB="0" anchor="b"/>
                </a:tc>
                <a:tc>
                  <a:txBody>
                    <a:bodyPr/>
                    <a:lstStyle/>
                    <a:p>
                      <a:pPr marL="0" algn="ctr" defTabSz="914400" rtl="0" eaLnBrk="1" fontAlgn="b" latinLnBrk="0" hangingPunct="1"/>
                      <a:r>
                        <a:rPr lang="en-US" altLang="zh-CN" sz="1800" kern="1200" dirty="0">
                          <a:solidFill>
                            <a:schemeClr val="tx1"/>
                          </a:solidFill>
                          <a:latin typeface="微软雅黑" panose="020B0503020204020204" pitchFamily="34" charset="-122"/>
                          <a:ea typeface="微软雅黑" panose="020B0503020204020204" pitchFamily="34" charset="-122"/>
                          <a:cs typeface="+mn-cs"/>
                        </a:rPr>
                        <a:t>5</a:t>
                      </a:r>
                    </a:p>
                  </a:txBody>
                  <a:tcPr marL="7620" marR="7620" marT="7620" marB="0" anchor="b"/>
                </a:tc>
                <a:tc>
                  <a:txBody>
                    <a:bodyPr/>
                    <a:lstStyle/>
                    <a:p>
                      <a:pPr algn="r" fontAlgn="b"/>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b"/>
                </a:tc>
                <a:extLst>
                  <a:ext uri="{0D108BD9-81ED-4DB2-BD59-A6C34878D82A}">
                    <a16:rowId xmlns:a16="http://schemas.microsoft.com/office/drawing/2014/main" val="2830594080"/>
                  </a:ext>
                </a:extLst>
              </a:tr>
              <a:tr h="348941">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宽度</a:t>
                      </a:r>
                    </a:p>
                  </a:txBody>
                  <a:tcPr marL="7620" marR="7620" marT="7620" marB="0" anchor="b"/>
                </a:tc>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长度</a:t>
                      </a:r>
                    </a:p>
                  </a:txBody>
                  <a:tcPr marL="7620" marR="7620" marT="7620" marB="0" anchor="b"/>
                </a:tc>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数量</a:t>
                      </a:r>
                    </a:p>
                  </a:txBody>
                  <a:tcPr marL="7620" marR="7620" marT="7620" marB="0" anchor="b"/>
                </a:tc>
                <a:extLst>
                  <a:ext uri="{0D108BD9-81ED-4DB2-BD59-A6C34878D82A}">
                    <a16:rowId xmlns:a16="http://schemas.microsoft.com/office/drawing/2014/main" val="4101933375"/>
                  </a:ext>
                </a:extLst>
              </a:tr>
              <a:tr h="348941">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500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900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102</a:t>
                      </a:r>
                    </a:p>
                  </a:txBody>
                  <a:tcPr marL="7620" marR="7620" marT="7620" marB="0" anchor="b"/>
                </a:tc>
                <a:extLst>
                  <a:ext uri="{0D108BD9-81ED-4DB2-BD59-A6C34878D82A}">
                    <a16:rowId xmlns:a16="http://schemas.microsoft.com/office/drawing/2014/main" val="3881367072"/>
                  </a:ext>
                </a:extLst>
              </a:tr>
              <a:tr h="348941">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500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450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123</a:t>
                      </a:r>
                    </a:p>
                  </a:txBody>
                  <a:tcPr marL="7620" marR="7620" marT="7620" marB="0" anchor="b"/>
                </a:tc>
                <a:extLst>
                  <a:ext uri="{0D108BD9-81ED-4DB2-BD59-A6C34878D82A}">
                    <a16:rowId xmlns:a16="http://schemas.microsoft.com/office/drawing/2014/main" val="2542934780"/>
                  </a:ext>
                </a:extLst>
              </a:tr>
              <a:tr h="348941">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900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210</a:t>
                      </a:r>
                    </a:p>
                  </a:txBody>
                  <a:tcPr marL="7620" marR="7620" marT="7620" marB="0" anchor="b"/>
                </a:tc>
                <a:extLst>
                  <a:ext uri="{0D108BD9-81ED-4DB2-BD59-A6C34878D82A}">
                    <a16:rowId xmlns:a16="http://schemas.microsoft.com/office/drawing/2014/main" val="3595236042"/>
                  </a:ext>
                </a:extLst>
              </a:tr>
              <a:tr h="348941">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450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186</a:t>
                      </a:r>
                    </a:p>
                  </a:txBody>
                  <a:tcPr marL="7620" marR="7620" marT="7620" marB="0" anchor="b"/>
                </a:tc>
                <a:extLst>
                  <a:ext uri="{0D108BD9-81ED-4DB2-BD59-A6C34878D82A}">
                    <a16:rowId xmlns:a16="http://schemas.microsoft.com/office/drawing/2014/main" val="1740460356"/>
                  </a:ext>
                </a:extLst>
              </a:tr>
              <a:tr h="348941">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200</a:t>
                      </a:r>
                    </a:p>
                  </a:txBody>
                  <a:tcPr marL="7620" marR="7620" marT="7620" marB="0" anchor="b"/>
                </a:tc>
                <a:tc>
                  <a:txBody>
                    <a:bodyPr/>
                    <a:lstStyle/>
                    <a:p>
                      <a:pPr algn="ctr" fontAlgn="b"/>
                      <a:r>
                        <a:rPr lang="en-US" altLang="zh-CN" sz="1800" kern="1200">
                          <a:solidFill>
                            <a:schemeClr val="tx1"/>
                          </a:solidFill>
                          <a:latin typeface="微软雅黑" panose="020B0503020204020204" pitchFamily="34" charset="-122"/>
                          <a:ea typeface="微软雅黑" panose="020B0503020204020204" pitchFamily="34" charset="-122"/>
                          <a:cs typeface="+mn-cs"/>
                        </a:rPr>
                        <a:t>600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138</a:t>
                      </a:r>
                    </a:p>
                  </a:txBody>
                  <a:tcPr marL="7620" marR="7620" marT="7620" marB="0" anchor="b"/>
                </a:tc>
                <a:extLst>
                  <a:ext uri="{0D108BD9-81ED-4DB2-BD59-A6C34878D82A}">
                    <a16:rowId xmlns:a16="http://schemas.microsoft.com/office/drawing/2014/main" val="328899394"/>
                  </a:ext>
                </a:extLst>
              </a:tr>
            </a:tbl>
          </a:graphicData>
        </a:graphic>
      </p:graphicFrame>
      <p:graphicFrame>
        <p:nvGraphicFramePr>
          <p:cNvPr id="8" name="表格 7">
            <a:extLst>
              <a:ext uri="{FF2B5EF4-FFF2-40B4-BE49-F238E27FC236}">
                <a16:creationId xmlns:a16="http://schemas.microsoft.com/office/drawing/2014/main" id="{E3F73062-8966-B832-C498-AAC1510446D4}"/>
              </a:ext>
            </a:extLst>
          </p:cNvPr>
          <p:cNvGraphicFramePr>
            <a:graphicFrameLocks noGrp="1"/>
          </p:cNvGraphicFramePr>
          <p:nvPr>
            <p:extLst>
              <p:ext uri="{D42A27DB-BD31-4B8C-83A1-F6EECF244321}">
                <p14:modId xmlns:p14="http://schemas.microsoft.com/office/powerpoint/2010/main" val="3289806069"/>
              </p:ext>
            </p:extLst>
          </p:nvPr>
        </p:nvGraphicFramePr>
        <p:xfrm>
          <a:off x="8387981" y="2477105"/>
          <a:ext cx="3129015" cy="2455593"/>
        </p:xfrm>
        <a:graphic>
          <a:graphicData uri="http://schemas.openxmlformats.org/drawingml/2006/table">
            <a:tbl>
              <a:tblPr>
                <a:tableStyleId>{22838BEF-8BB2-4498-84A7-C5851F593DF1}</a:tableStyleId>
              </a:tblPr>
              <a:tblGrid>
                <a:gridCol w="1043005">
                  <a:extLst>
                    <a:ext uri="{9D8B030D-6E8A-4147-A177-3AD203B41FA5}">
                      <a16:colId xmlns:a16="http://schemas.microsoft.com/office/drawing/2014/main" val="409716313"/>
                    </a:ext>
                  </a:extLst>
                </a:gridCol>
                <a:gridCol w="1043005">
                  <a:extLst>
                    <a:ext uri="{9D8B030D-6E8A-4147-A177-3AD203B41FA5}">
                      <a16:colId xmlns:a16="http://schemas.microsoft.com/office/drawing/2014/main" val="3776684417"/>
                    </a:ext>
                  </a:extLst>
                </a:gridCol>
                <a:gridCol w="1043005">
                  <a:extLst>
                    <a:ext uri="{9D8B030D-6E8A-4147-A177-3AD203B41FA5}">
                      <a16:colId xmlns:a16="http://schemas.microsoft.com/office/drawing/2014/main" val="3280971188"/>
                    </a:ext>
                  </a:extLst>
                </a:gridCol>
              </a:tblGrid>
              <a:tr h="350799">
                <a:tc>
                  <a:txBody>
                    <a:bodyPr/>
                    <a:lstStyle/>
                    <a:p>
                      <a:pPr marL="0" algn="ctr" defTabSz="914400" rtl="0" eaLnBrk="1" fontAlgn="b" latinLnBrk="0" hangingPunct="1"/>
                      <a:r>
                        <a:rPr lang="zh-CN" altLang="en-US" sz="1800" kern="1200" dirty="0">
                          <a:solidFill>
                            <a:schemeClr val="tx1"/>
                          </a:solidFill>
                          <a:latin typeface="微软雅黑" panose="020B0503020204020204" pitchFamily="34" charset="-122"/>
                          <a:ea typeface="微软雅黑" panose="020B0503020204020204" pitchFamily="34" charset="-122"/>
                          <a:cs typeface="+mn-cs"/>
                        </a:rPr>
                        <a:t>种类</a:t>
                      </a:r>
                    </a:p>
                  </a:txBody>
                  <a:tcPr marL="7620" marR="7620" marT="7620" marB="0" anchor="b"/>
                </a:tc>
                <a:tc>
                  <a:txBody>
                    <a:bodyPr/>
                    <a:lstStyle/>
                    <a:p>
                      <a:pPr marL="0" algn="ctr" defTabSz="914400" rtl="0" eaLnBrk="1" fontAlgn="b" latinLnBrk="0" hangingPunct="1"/>
                      <a:r>
                        <a:rPr lang="en-US" altLang="zh-CN" sz="1800" kern="1200" dirty="0">
                          <a:solidFill>
                            <a:schemeClr val="tx1"/>
                          </a:solidFill>
                          <a:latin typeface="微软雅黑" panose="020B0503020204020204" pitchFamily="34" charset="-122"/>
                          <a:ea typeface="微软雅黑" panose="020B0503020204020204" pitchFamily="34" charset="-122"/>
                          <a:cs typeface="+mn-cs"/>
                        </a:rPr>
                        <a:t>5</a:t>
                      </a:r>
                    </a:p>
                  </a:txBody>
                  <a:tcPr marL="7620" marR="7620" marT="7620" marB="0" anchor="b"/>
                </a:tc>
                <a:tc>
                  <a:txBody>
                    <a:bodyPr/>
                    <a:lstStyle/>
                    <a:p>
                      <a:pPr algn="r" fontAlgn="b"/>
                      <a:endParaRPr lang="zh-CN" altLang="en-US" sz="1100" b="0" i="0" u="none" strike="noStrike">
                        <a:solidFill>
                          <a:srgbClr val="000000"/>
                        </a:solidFill>
                        <a:effectLst/>
                        <a:latin typeface="宋体" panose="02010600030101010101" pitchFamily="2" charset="-122"/>
                        <a:ea typeface="宋体" panose="02010600030101010101" pitchFamily="2" charset="-122"/>
                      </a:endParaRPr>
                    </a:p>
                  </a:txBody>
                  <a:tcPr marL="7620" marR="7620" marT="7620" marB="0" anchor="b"/>
                </a:tc>
                <a:extLst>
                  <a:ext uri="{0D108BD9-81ED-4DB2-BD59-A6C34878D82A}">
                    <a16:rowId xmlns:a16="http://schemas.microsoft.com/office/drawing/2014/main" val="2830594080"/>
                  </a:ext>
                </a:extLst>
              </a:tr>
              <a:tr h="350799">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宽度</a:t>
                      </a:r>
                    </a:p>
                  </a:txBody>
                  <a:tcPr marL="7620" marR="7620" marT="7620" marB="0" anchor="b"/>
                </a:tc>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长度</a:t>
                      </a:r>
                    </a:p>
                  </a:txBody>
                  <a:tcPr marL="7620" marR="7620" marT="7620" marB="0" anchor="b"/>
                </a:tc>
                <a:tc>
                  <a:txBody>
                    <a:bodyPr/>
                    <a:lstStyle/>
                    <a:p>
                      <a:pPr algn="ctr" fontAlgn="b"/>
                      <a:r>
                        <a:rPr lang="zh-CN" altLang="en-US" sz="1800" kern="1200" dirty="0">
                          <a:solidFill>
                            <a:schemeClr val="tx1"/>
                          </a:solidFill>
                          <a:latin typeface="微软雅黑" panose="020B0503020204020204" pitchFamily="34" charset="-122"/>
                          <a:ea typeface="微软雅黑" panose="020B0503020204020204" pitchFamily="34" charset="-122"/>
                          <a:cs typeface="+mn-cs"/>
                        </a:rPr>
                        <a:t>数量</a:t>
                      </a:r>
                    </a:p>
                  </a:txBody>
                  <a:tcPr marL="7620" marR="7620" marT="7620" marB="0" anchor="b"/>
                </a:tc>
                <a:extLst>
                  <a:ext uri="{0D108BD9-81ED-4DB2-BD59-A6C34878D82A}">
                    <a16:rowId xmlns:a16="http://schemas.microsoft.com/office/drawing/2014/main" val="4101933375"/>
                  </a:ext>
                </a:extLst>
              </a:tr>
              <a:tr h="350799">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450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690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29</a:t>
                      </a:r>
                    </a:p>
                  </a:txBody>
                  <a:tcPr marL="7620" marR="7620" marT="7620" marB="0" anchor="b"/>
                </a:tc>
                <a:extLst>
                  <a:ext uri="{0D108BD9-81ED-4DB2-BD59-A6C34878D82A}">
                    <a16:rowId xmlns:a16="http://schemas.microsoft.com/office/drawing/2014/main" val="3881367072"/>
                  </a:ext>
                </a:extLst>
              </a:tr>
              <a:tr h="350799">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280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833</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15</a:t>
                      </a:r>
                    </a:p>
                  </a:txBody>
                  <a:tcPr marL="7620" marR="7620" marT="7620" marB="0" anchor="b"/>
                </a:tc>
                <a:extLst>
                  <a:ext uri="{0D108BD9-81ED-4DB2-BD59-A6C34878D82A}">
                    <a16:rowId xmlns:a16="http://schemas.microsoft.com/office/drawing/2014/main" val="2542934780"/>
                  </a:ext>
                </a:extLst>
              </a:tr>
              <a:tr h="350799">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250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470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23</a:t>
                      </a:r>
                    </a:p>
                  </a:txBody>
                  <a:tcPr marL="7620" marR="7620" marT="7620" marB="0" anchor="b"/>
                </a:tc>
                <a:extLst>
                  <a:ext uri="{0D108BD9-81ED-4DB2-BD59-A6C34878D82A}">
                    <a16:rowId xmlns:a16="http://schemas.microsoft.com/office/drawing/2014/main" val="3595236042"/>
                  </a:ext>
                </a:extLst>
              </a:tr>
              <a:tr h="350799">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300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275</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9</a:t>
                      </a:r>
                    </a:p>
                  </a:txBody>
                  <a:tcPr marL="7620" marR="7620" marT="7620" marB="0" anchor="b"/>
                </a:tc>
                <a:extLst>
                  <a:ext uri="{0D108BD9-81ED-4DB2-BD59-A6C34878D82A}">
                    <a16:rowId xmlns:a16="http://schemas.microsoft.com/office/drawing/2014/main" val="1740460356"/>
                  </a:ext>
                </a:extLst>
              </a:tr>
              <a:tr h="350799">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380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720</a:t>
                      </a:r>
                    </a:p>
                  </a:txBody>
                  <a:tcPr marL="7620" marR="7620" marT="7620" marB="0" anchor="b"/>
                </a:tc>
                <a:tc>
                  <a:txBody>
                    <a:bodyPr/>
                    <a:lstStyle/>
                    <a:p>
                      <a:pPr algn="ctr" fontAlgn="b"/>
                      <a:r>
                        <a:rPr lang="en-US" altLang="zh-CN" sz="1800" kern="1200" dirty="0">
                          <a:solidFill>
                            <a:schemeClr val="tx1"/>
                          </a:solidFill>
                          <a:latin typeface="微软雅黑" panose="020B0503020204020204" pitchFamily="34" charset="-122"/>
                          <a:ea typeface="微软雅黑" panose="020B0503020204020204" pitchFamily="34" charset="-122"/>
                          <a:cs typeface="+mn-cs"/>
                        </a:rPr>
                        <a:t>38</a:t>
                      </a:r>
                    </a:p>
                  </a:txBody>
                  <a:tcPr marL="7620" marR="7620" marT="7620" marB="0" anchor="b"/>
                </a:tc>
                <a:extLst>
                  <a:ext uri="{0D108BD9-81ED-4DB2-BD59-A6C34878D82A}">
                    <a16:rowId xmlns:a16="http://schemas.microsoft.com/office/drawing/2014/main" val="328899394"/>
                  </a:ext>
                </a:extLst>
              </a:tr>
            </a:tbl>
          </a:graphicData>
        </a:graphic>
      </p:graphicFrame>
      <p:sp>
        <p:nvSpPr>
          <p:cNvPr id="9" name="文本框 8">
            <a:extLst>
              <a:ext uri="{FF2B5EF4-FFF2-40B4-BE49-F238E27FC236}">
                <a16:creationId xmlns:a16="http://schemas.microsoft.com/office/drawing/2014/main" id="{F2E67327-3247-AD2F-5D6F-0392E80DF10F}"/>
              </a:ext>
            </a:extLst>
          </p:cNvPr>
          <p:cNvSpPr txBox="1"/>
          <p:nvPr/>
        </p:nvSpPr>
        <p:spPr>
          <a:xfrm>
            <a:off x="9004300" y="2029989"/>
            <a:ext cx="3886742" cy="400110"/>
          </a:xfrm>
          <a:prstGeom prst="rect">
            <a:avLst/>
          </a:prstGeom>
          <a:noFill/>
        </p:spPr>
        <p:txBody>
          <a:bodyPr wrap="square" rtlCol="0">
            <a:spAutoFit/>
          </a:bodyPr>
          <a:lstStyle/>
          <a:p>
            <a:r>
              <a:rPr lang="zh-CN" altLang="en-US" sz="2000" dirty="0">
                <a:latin typeface="微软雅黑" panose="020B0503020204020204" pitchFamily="34" charset="-122"/>
                <a:ea typeface="微软雅黑" panose="020B0503020204020204" pitchFamily="34" charset="-122"/>
              </a:rPr>
              <a:t>样例三 订单信息</a:t>
            </a:r>
          </a:p>
        </p:txBody>
      </p:sp>
    </p:spTree>
    <p:extLst>
      <p:ext uri="{BB962C8B-B14F-4D97-AF65-F5344CB8AC3E}">
        <p14:creationId xmlns:p14="http://schemas.microsoft.com/office/powerpoint/2010/main" val="377714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B5577355-01DF-570E-E09D-968A4D22C65A}"/>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7D03236-8E37-88BE-C91F-ADF44F5834FD}"/>
              </a:ext>
            </a:extLst>
          </p:cNvPr>
          <p:cNvSpPr>
            <a:spLocks noGrp="1"/>
          </p:cNvSpPr>
          <p:nvPr>
            <p:ph type="sldNum" sz="quarter" idx="15"/>
          </p:nvPr>
        </p:nvSpPr>
        <p:spPr/>
        <p:txBody>
          <a:bodyPr/>
          <a:lstStyle/>
          <a:p>
            <a:fld id="{8D48AAE3-8C0E-48A8-B421-1F15F8D19339}" type="slidenum">
              <a:rPr lang="en-US" smtClean="0"/>
              <a:t>12</a:t>
            </a:fld>
            <a:endParaRPr lang="en-US" dirty="0"/>
          </a:p>
        </p:txBody>
      </p:sp>
      <p:sp>
        <p:nvSpPr>
          <p:cNvPr id="6" name="标题 5">
            <a:extLst>
              <a:ext uri="{FF2B5EF4-FFF2-40B4-BE49-F238E27FC236}">
                <a16:creationId xmlns:a16="http://schemas.microsoft.com/office/drawing/2014/main" id="{3F75A564-EE8B-DB39-0576-865931994C74}"/>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样例一</a:t>
            </a:r>
            <a:endParaRPr lang="zh-CN" altLang="en-US" dirty="0"/>
          </a:p>
        </p:txBody>
      </p:sp>
      <p:pic>
        <p:nvPicPr>
          <p:cNvPr id="9" name="图片 8">
            <a:extLst>
              <a:ext uri="{FF2B5EF4-FFF2-40B4-BE49-F238E27FC236}">
                <a16:creationId xmlns:a16="http://schemas.microsoft.com/office/drawing/2014/main" id="{2F90539C-A778-B500-FB8D-58791F3FB07B}"/>
              </a:ext>
            </a:extLst>
          </p:cNvPr>
          <p:cNvPicPr>
            <a:picLocks noChangeAspect="1"/>
          </p:cNvPicPr>
          <p:nvPr/>
        </p:nvPicPr>
        <p:blipFill>
          <a:blip r:embed="rId2"/>
          <a:stretch>
            <a:fillRect/>
          </a:stretch>
        </p:blipFill>
        <p:spPr>
          <a:xfrm>
            <a:off x="68766" y="885668"/>
            <a:ext cx="10522299" cy="5819250"/>
          </a:xfrm>
          <a:prstGeom prst="rect">
            <a:avLst/>
          </a:prstGeom>
        </p:spPr>
      </p:pic>
      <p:sp>
        <p:nvSpPr>
          <p:cNvPr id="3" name="文本框 2">
            <a:extLst>
              <a:ext uri="{FF2B5EF4-FFF2-40B4-BE49-F238E27FC236}">
                <a16:creationId xmlns:a16="http://schemas.microsoft.com/office/drawing/2014/main" id="{59FA8ED3-3163-0697-60F1-AF29E3975C96}"/>
              </a:ext>
            </a:extLst>
          </p:cNvPr>
          <p:cNvSpPr txBox="1"/>
          <p:nvPr/>
        </p:nvSpPr>
        <p:spPr>
          <a:xfrm>
            <a:off x="10591065" y="5495278"/>
            <a:ext cx="1403111" cy="954107"/>
          </a:xfrm>
          <a:prstGeom prst="rect">
            <a:avLst/>
          </a:prstGeom>
          <a:noFill/>
        </p:spPr>
        <p:txBody>
          <a:bodyPr wrap="square">
            <a:spAutoFit/>
          </a:bodyPr>
          <a:lstStyle/>
          <a:p>
            <a:r>
              <a:rPr lang="en-US" altLang="zh-CN" sz="2800" b="1" dirty="0">
                <a:latin typeface="微软雅黑" panose="020B0503020204020204" pitchFamily="34" charset="-122"/>
                <a:ea typeface="微软雅黑" panose="020B0503020204020204" pitchFamily="34" charset="-122"/>
              </a:rPr>
              <a:t>Simple</a:t>
            </a: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2710854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0F9946F8-FA7B-080C-1D5C-0098CDC1ED17}"/>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BAD8EA7B-5E1A-2A59-23D1-EADB0DA455DF}"/>
              </a:ext>
            </a:extLst>
          </p:cNvPr>
          <p:cNvSpPr>
            <a:spLocks noGrp="1"/>
          </p:cNvSpPr>
          <p:nvPr>
            <p:ph type="sldNum" sz="quarter" idx="15"/>
          </p:nvPr>
        </p:nvSpPr>
        <p:spPr/>
        <p:txBody>
          <a:bodyPr/>
          <a:lstStyle/>
          <a:p>
            <a:fld id="{8D48AAE3-8C0E-48A8-B421-1F15F8D19339}" type="slidenum">
              <a:rPr lang="en-US" smtClean="0"/>
              <a:t>13</a:t>
            </a:fld>
            <a:endParaRPr lang="en-US" dirty="0"/>
          </a:p>
        </p:txBody>
      </p:sp>
      <p:sp>
        <p:nvSpPr>
          <p:cNvPr id="6" name="标题 5">
            <a:extLst>
              <a:ext uri="{FF2B5EF4-FFF2-40B4-BE49-F238E27FC236}">
                <a16:creationId xmlns:a16="http://schemas.microsoft.com/office/drawing/2014/main" id="{76C83076-5027-F0FB-2B78-94B76351FAF5}"/>
              </a:ext>
            </a:extLst>
          </p:cNvPr>
          <p:cNvSpPr>
            <a:spLocks noGrp="1"/>
          </p:cNvSpPr>
          <p:nvPr>
            <p:ph type="title"/>
          </p:nvPr>
        </p:nvSpPr>
        <p:spPr/>
        <p:txBody>
          <a:bodyPr>
            <a:normAutofit/>
          </a:bodyPr>
          <a:lstStyle/>
          <a:p>
            <a:r>
              <a:rPr lang="zh-CN" altLang="en-US" b="1" dirty="0">
                <a:latin typeface="微软雅黑" panose="020B0503020204020204" pitchFamily="34" charset="-122"/>
                <a:ea typeface="微软雅黑" panose="020B0503020204020204" pitchFamily="34" charset="-122"/>
              </a:rPr>
              <a:t>样例一</a:t>
            </a:r>
            <a:endParaRPr lang="zh-CN" altLang="en-US" dirty="0"/>
          </a:p>
        </p:txBody>
      </p:sp>
      <p:pic>
        <p:nvPicPr>
          <p:cNvPr id="9" name="图片 8">
            <a:extLst>
              <a:ext uri="{FF2B5EF4-FFF2-40B4-BE49-F238E27FC236}">
                <a16:creationId xmlns:a16="http://schemas.microsoft.com/office/drawing/2014/main" id="{34DEF527-F906-996A-2472-C5A94FC83096}"/>
              </a:ext>
            </a:extLst>
          </p:cNvPr>
          <p:cNvPicPr>
            <a:picLocks noChangeAspect="1"/>
          </p:cNvPicPr>
          <p:nvPr/>
        </p:nvPicPr>
        <p:blipFill>
          <a:blip r:embed="rId2"/>
          <a:stretch>
            <a:fillRect/>
          </a:stretch>
        </p:blipFill>
        <p:spPr>
          <a:xfrm>
            <a:off x="87948" y="913738"/>
            <a:ext cx="10436464" cy="5824291"/>
          </a:xfrm>
          <a:prstGeom prst="rect">
            <a:avLst/>
          </a:prstGeom>
        </p:spPr>
      </p:pic>
      <p:sp>
        <p:nvSpPr>
          <p:cNvPr id="2" name="文本框 1">
            <a:extLst>
              <a:ext uri="{FF2B5EF4-FFF2-40B4-BE49-F238E27FC236}">
                <a16:creationId xmlns:a16="http://schemas.microsoft.com/office/drawing/2014/main" id="{D7AB1A3D-B11A-D409-A6A0-5FBFA0E03A0F}"/>
              </a:ext>
            </a:extLst>
          </p:cNvPr>
          <p:cNvSpPr txBox="1"/>
          <p:nvPr/>
        </p:nvSpPr>
        <p:spPr>
          <a:xfrm>
            <a:off x="10436464" y="5474586"/>
            <a:ext cx="1667588" cy="954107"/>
          </a:xfrm>
          <a:prstGeom prst="rect">
            <a:avLst/>
          </a:prstGeom>
          <a:noFill/>
        </p:spPr>
        <p:txBody>
          <a:bodyPr wrap="square">
            <a:spAutoFit/>
          </a:bodyPr>
          <a:lstStyle/>
          <a:p>
            <a:r>
              <a:rPr lang="zh-CN" altLang="en-US" sz="2800" b="1" dirty="0">
                <a:latin typeface="微软雅黑" panose="020B0503020204020204" pitchFamily="34" charset="-122"/>
                <a:ea typeface="微软雅黑" panose="020B0503020204020204" pitchFamily="34" charset="-122"/>
              </a:rPr>
              <a:t>最佳适配</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1578098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1667354-E9A2-3B07-9260-62D0907232E1}"/>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2EFF8EF1-5AD9-C8C9-8C66-897FA8792303}"/>
              </a:ext>
            </a:extLst>
          </p:cNvPr>
          <p:cNvSpPr>
            <a:spLocks noGrp="1"/>
          </p:cNvSpPr>
          <p:nvPr>
            <p:ph type="sldNum" sz="quarter" idx="15"/>
          </p:nvPr>
        </p:nvSpPr>
        <p:spPr/>
        <p:txBody>
          <a:bodyPr/>
          <a:lstStyle/>
          <a:p>
            <a:fld id="{8D48AAE3-8C0E-48A8-B421-1F15F8D19339}" type="slidenum">
              <a:rPr lang="en-US" smtClean="0"/>
              <a:t>14</a:t>
            </a:fld>
            <a:endParaRPr lang="en-US" dirty="0"/>
          </a:p>
        </p:txBody>
      </p:sp>
      <p:sp>
        <p:nvSpPr>
          <p:cNvPr id="6" name="标题 5">
            <a:extLst>
              <a:ext uri="{FF2B5EF4-FFF2-40B4-BE49-F238E27FC236}">
                <a16:creationId xmlns:a16="http://schemas.microsoft.com/office/drawing/2014/main" id="{189C0CD5-668A-8397-5A95-5EA6872A4163}"/>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样例一</a:t>
            </a:r>
          </a:p>
        </p:txBody>
      </p:sp>
      <p:pic>
        <p:nvPicPr>
          <p:cNvPr id="10" name="图片 9">
            <a:extLst>
              <a:ext uri="{FF2B5EF4-FFF2-40B4-BE49-F238E27FC236}">
                <a16:creationId xmlns:a16="http://schemas.microsoft.com/office/drawing/2014/main" id="{34708A9E-69E2-CC4A-759D-5511101A2FD6}"/>
              </a:ext>
            </a:extLst>
          </p:cNvPr>
          <p:cNvPicPr>
            <a:picLocks noChangeAspect="1"/>
          </p:cNvPicPr>
          <p:nvPr/>
        </p:nvPicPr>
        <p:blipFill>
          <a:blip r:embed="rId3"/>
          <a:stretch>
            <a:fillRect/>
          </a:stretch>
        </p:blipFill>
        <p:spPr>
          <a:xfrm>
            <a:off x="811529" y="903425"/>
            <a:ext cx="10499310" cy="5868168"/>
          </a:xfrm>
          <a:prstGeom prst="rect">
            <a:avLst/>
          </a:prstGeom>
        </p:spPr>
      </p:pic>
      <p:sp>
        <p:nvSpPr>
          <p:cNvPr id="3" name="文本框 2">
            <a:extLst>
              <a:ext uri="{FF2B5EF4-FFF2-40B4-BE49-F238E27FC236}">
                <a16:creationId xmlns:a16="http://schemas.microsoft.com/office/drawing/2014/main" id="{6A1B11C0-CD8A-67E5-C97E-18042CAF0D16}"/>
              </a:ext>
            </a:extLst>
          </p:cNvPr>
          <p:cNvSpPr txBox="1"/>
          <p:nvPr/>
        </p:nvSpPr>
        <p:spPr>
          <a:xfrm>
            <a:off x="10017496" y="5707409"/>
            <a:ext cx="2105738" cy="954107"/>
          </a:xfrm>
          <a:prstGeom prst="rect">
            <a:avLst/>
          </a:prstGeom>
          <a:noFill/>
        </p:spPr>
        <p:txBody>
          <a:bodyPr wrap="square">
            <a:spAutoFit/>
          </a:bodyPr>
          <a:lstStyle/>
          <a:p>
            <a:pPr algn="ctr"/>
            <a:r>
              <a:rPr lang="zh-CN" altLang="en-US" sz="2800" b="1" dirty="0">
                <a:latin typeface="微软雅黑" panose="020B0503020204020204" pitchFamily="34" charset="-122"/>
                <a:ea typeface="微软雅黑" panose="020B0503020204020204" pitchFamily="34" charset="-122"/>
              </a:rPr>
              <a:t>阶段切解码 （最佳）</a:t>
            </a:r>
          </a:p>
        </p:txBody>
      </p:sp>
    </p:spTree>
    <p:extLst>
      <p:ext uri="{BB962C8B-B14F-4D97-AF65-F5344CB8AC3E}">
        <p14:creationId xmlns:p14="http://schemas.microsoft.com/office/powerpoint/2010/main" val="4018403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F0DED-A3A5-EEA3-31FE-462A72F6CD13}"/>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E1C7AF14-F272-29B2-5EF2-6D67F39E60A0}"/>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E450F077-4F1A-EC60-BF78-6BB501D07F51}"/>
              </a:ext>
            </a:extLst>
          </p:cNvPr>
          <p:cNvSpPr>
            <a:spLocks noGrp="1"/>
          </p:cNvSpPr>
          <p:nvPr>
            <p:ph type="sldNum" sz="quarter" idx="15"/>
          </p:nvPr>
        </p:nvSpPr>
        <p:spPr/>
        <p:txBody>
          <a:bodyPr/>
          <a:lstStyle/>
          <a:p>
            <a:fld id="{8D48AAE3-8C0E-48A8-B421-1F15F8D19339}" type="slidenum">
              <a:rPr lang="en-US" smtClean="0"/>
              <a:t>15</a:t>
            </a:fld>
            <a:endParaRPr lang="en-US" dirty="0"/>
          </a:p>
        </p:txBody>
      </p:sp>
      <p:sp>
        <p:nvSpPr>
          <p:cNvPr id="6" name="标题 5">
            <a:extLst>
              <a:ext uri="{FF2B5EF4-FFF2-40B4-BE49-F238E27FC236}">
                <a16:creationId xmlns:a16="http://schemas.microsoft.com/office/drawing/2014/main" id="{A86F16C3-95E8-67A8-E4EB-F89BEE54B48C}"/>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样例二</a:t>
            </a:r>
            <a:endParaRPr lang="zh-CN" altLang="en-US" dirty="0"/>
          </a:p>
        </p:txBody>
      </p:sp>
      <p:pic>
        <p:nvPicPr>
          <p:cNvPr id="3" name="图片 2">
            <a:extLst>
              <a:ext uri="{FF2B5EF4-FFF2-40B4-BE49-F238E27FC236}">
                <a16:creationId xmlns:a16="http://schemas.microsoft.com/office/drawing/2014/main" id="{D90684D9-3A5F-2434-D426-46FE9FC84EE4}"/>
              </a:ext>
            </a:extLst>
          </p:cNvPr>
          <p:cNvPicPr>
            <a:picLocks noChangeAspect="1"/>
          </p:cNvPicPr>
          <p:nvPr/>
        </p:nvPicPr>
        <p:blipFill>
          <a:blip r:embed="rId2"/>
          <a:stretch>
            <a:fillRect/>
          </a:stretch>
        </p:blipFill>
        <p:spPr>
          <a:xfrm>
            <a:off x="68766" y="906399"/>
            <a:ext cx="10364253" cy="5731844"/>
          </a:xfrm>
          <a:prstGeom prst="rect">
            <a:avLst/>
          </a:prstGeom>
        </p:spPr>
      </p:pic>
      <p:sp>
        <p:nvSpPr>
          <p:cNvPr id="2" name="文本框 1">
            <a:extLst>
              <a:ext uri="{FF2B5EF4-FFF2-40B4-BE49-F238E27FC236}">
                <a16:creationId xmlns:a16="http://schemas.microsoft.com/office/drawing/2014/main" id="{A8993D36-35CF-1962-31BC-E4C6FFF1A56D}"/>
              </a:ext>
            </a:extLst>
          </p:cNvPr>
          <p:cNvSpPr txBox="1"/>
          <p:nvPr/>
        </p:nvSpPr>
        <p:spPr>
          <a:xfrm>
            <a:off x="10591065" y="5495278"/>
            <a:ext cx="1403111" cy="954107"/>
          </a:xfrm>
          <a:prstGeom prst="rect">
            <a:avLst/>
          </a:prstGeom>
          <a:noFill/>
        </p:spPr>
        <p:txBody>
          <a:bodyPr wrap="square">
            <a:spAutoFit/>
          </a:bodyPr>
          <a:lstStyle/>
          <a:p>
            <a:r>
              <a:rPr lang="en-US" altLang="zh-CN" sz="2800" b="1" dirty="0">
                <a:latin typeface="微软雅黑" panose="020B0503020204020204" pitchFamily="34" charset="-122"/>
                <a:ea typeface="微软雅黑" panose="020B0503020204020204" pitchFamily="34" charset="-122"/>
              </a:rPr>
              <a:t>Simple</a:t>
            </a: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8943131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F8498-39BE-02AB-737E-772998480F66}"/>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0D273009-937D-FD70-790C-5B555D3B4C45}"/>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5432029A-5E48-D732-1365-E04ED347C1AA}"/>
              </a:ext>
            </a:extLst>
          </p:cNvPr>
          <p:cNvSpPr>
            <a:spLocks noGrp="1"/>
          </p:cNvSpPr>
          <p:nvPr>
            <p:ph type="sldNum" sz="quarter" idx="15"/>
          </p:nvPr>
        </p:nvSpPr>
        <p:spPr/>
        <p:txBody>
          <a:bodyPr/>
          <a:lstStyle/>
          <a:p>
            <a:fld id="{8D48AAE3-8C0E-48A8-B421-1F15F8D19339}" type="slidenum">
              <a:rPr lang="en-US" smtClean="0"/>
              <a:t>16</a:t>
            </a:fld>
            <a:endParaRPr lang="en-US" dirty="0"/>
          </a:p>
        </p:txBody>
      </p:sp>
      <p:sp>
        <p:nvSpPr>
          <p:cNvPr id="6" name="标题 5">
            <a:extLst>
              <a:ext uri="{FF2B5EF4-FFF2-40B4-BE49-F238E27FC236}">
                <a16:creationId xmlns:a16="http://schemas.microsoft.com/office/drawing/2014/main" id="{3593163F-390C-30D2-57BE-06815E14D0CD}"/>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样例二</a:t>
            </a:r>
            <a:endParaRPr lang="zh-CN" altLang="en-US" dirty="0"/>
          </a:p>
        </p:txBody>
      </p:sp>
      <p:pic>
        <p:nvPicPr>
          <p:cNvPr id="3" name="图片 2">
            <a:extLst>
              <a:ext uri="{FF2B5EF4-FFF2-40B4-BE49-F238E27FC236}">
                <a16:creationId xmlns:a16="http://schemas.microsoft.com/office/drawing/2014/main" id="{E9D53373-35D5-6E5A-E984-E0670E2837E9}"/>
              </a:ext>
            </a:extLst>
          </p:cNvPr>
          <p:cNvPicPr>
            <a:picLocks noChangeAspect="1"/>
          </p:cNvPicPr>
          <p:nvPr/>
        </p:nvPicPr>
        <p:blipFill>
          <a:blip r:embed="rId2"/>
          <a:stretch>
            <a:fillRect/>
          </a:stretch>
        </p:blipFill>
        <p:spPr>
          <a:xfrm>
            <a:off x="87948" y="903887"/>
            <a:ext cx="10403240" cy="5753406"/>
          </a:xfrm>
          <a:prstGeom prst="rect">
            <a:avLst/>
          </a:prstGeom>
        </p:spPr>
      </p:pic>
      <p:sp>
        <p:nvSpPr>
          <p:cNvPr id="2" name="文本框 1">
            <a:extLst>
              <a:ext uri="{FF2B5EF4-FFF2-40B4-BE49-F238E27FC236}">
                <a16:creationId xmlns:a16="http://schemas.microsoft.com/office/drawing/2014/main" id="{3B678861-EC1F-E13D-2260-D375FADCAFF2}"/>
              </a:ext>
            </a:extLst>
          </p:cNvPr>
          <p:cNvSpPr txBox="1"/>
          <p:nvPr/>
        </p:nvSpPr>
        <p:spPr>
          <a:xfrm>
            <a:off x="10369789" y="5043698"/>
            <a:ext cx="1667588" cy="1384995"/>
          </a:xfrm>
          <a:prstGeom prst="rect">
            <a:avLst/>
          </a:prstGeom>
          <a:noFill/>
        </p:spPr>
        <p:txBody>
          <a:bodyPr wrap="square">
            <a:spAutoFit/>
          </a:bodyPr>
          <a:lstStyle/>
          <a:p>
            <a:pPr algn="ctr"/>
            <a:r>
              <a:rPr lang="zh-CN" altLang="en-US" sz="2800" b="1" dirty="0">
                <a:latin typeface="微软雅黑" panose="020B0503020204020204" pitchFamily="34" charset="-122"/>
                <a:ea typeface="微软雅黑" panose="020B0503020204020204" pitchFamily="34" charset="-122"/>
              </a:rPr>
              <a:t>最佳适配</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解码</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（最佳）</a:t>
            </a:r>
          </a:p>
        </p:txBody>
      </p:sp>
    </p:spTree>
    <p:extLst>
      <p:ext uri="{BB962C8B-B14F-4D97-AF65-F5344CB8AC3E}">
        <p14:creationId xmlns:p14="http://schemas.microsoft.com/office/powerpoint/2010/main" val="26678948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B40EA-B34F-86E1-2043-D039DC617691}"/>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A49DB25A-E20F-E331-180D-A6C6C621A803}"/>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893F3C85-3E97-F164-CAAE-A65EA4372B8C}"/>
              </a:ext>
            </a:extLst>
          </p:cNvPr>
          <p:cNvSpPr>
            <a:spLocks noGrp="1"/>
          </p:cNvSpPr>
          <p:nvPr>
            <p:ph type="sldNum" sz="quarter" idx="15"/>
          </p:nvPr>
        </p:nvSpPr>
        <p:spPr/>
        <p:txBody>
          <a:bodyPr/>
          <a:lstStyle/>
          <a:p>
            <a:fld id="{8D48AAE3-8C0E-48A8-B421-1F15F8D19339}" type="slidenum">
              <a:rPr lang="en-US" smtClean="0"/>
              <a:t>17</a:t>
            </a:fld>
            <a:endParaRPr lang="en-US" dirty="0"/>
          </a:p>
        </p:txBody>
      </p:sp>
      <p:sp>
        <p:nvSpPr>
          <p:cNvPr id="6" name="标题 5">
            <a:extLst>
              <a:ext uri="{FF2B5EF4-FFF2-40B4-BE49-F238E27FC236}">
                <a16:creationId xmlns:a16="http://schemas.microsoft.com/office/drawing/2014/main" id="{54E0B7AB-ADDD-9B4B-88B8-F29FB6A83742}"/>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样例二</a:t>
            </a:r>
            <a:endParaRPr lang="zh-CN" altLang="en-US" dirty="0"/>
          </a:p>
        </p:txBody>
      </p:sp>
      <p:pic>
        <p:nvPicPr>
          <p:cNvPr id="3" name="图片 2">
            <a:extLst>
              <a:ext uri="{FF2B5EF4-FFF2-40B4-BE49-F238E27FC236}">
                <a16:creationId xmlns:a16="http://schemas.microsoft.com/office/drawing/2014/main" id="{4F36E9BF-D8C1-F650-99D0-D4E6A9FB0009}"/>
              </a:ext>
            </a:extLst>
          </p:cNvPr>
          <p:cNvPicPr>
            <a:picLocks noChangeAspect="1"/>
          </p:cNvPicPr>
          <p:nvPr/>
        </p:nvPicPr>
        <p:blipFill>
          <a:blip r:embed="rId2"/>
          <a:stretch>
            <a:fillRect/>
          </a:stretch>
        </p:blipFill>
        <p:spPr>
          <a:xfrm>
            <a:off x="68766" y="882601"/>
            <a:ext cx="10510600" cy="5874478"/>
          </a:xfrm>
          <a:prstGeom prst="rect">
            <a:avLst/>
          </a:prstGeom>
        </p:spPr>
      </p:pic>
      <p:sp>
        <p:nvSpPr>
          <p:cNvPr id="2" name="文本框 1">
            <a:extLst>
              <a:ext uri="{FF2B5EF4-FFF2-40B4-BE49-F238E27FC236}">
                <a16:creationId xmlns:a16="http://schemas.microsoft.com/office/drawing/2014/main" id="{2D045CEF-A1AC-5407-4848-618FE3F4306C}"/>
              </a:ext>
            </a:extLst>
          </p:cNvPr>
          <p:cNvSpPr txBox="1"/>
          <p:nvPr/>
        </p:nvSpPr>
        <p:spPr>
          <a:xfrm>
            <a:off x="10624899" y="5588886"/>
            <a:ext cx="1280160" cy="954107"/>
          </a:xfrm>
          <a:prstGeom prst="rect">
            <a:avLst/>
          </a:prstGeom>
          <a:noFill/>
        </p:spPr>
        <p:txBody>
          <a:bodyPr wrap="square">
            <a:spAutoFit/>
          </a:bodyPr>
          <a:lstStyle/>
          <a:p>
            <a:pPr algn="ctr"/>
            <a:r>
              <a:rPr lang="zh-CN" altLang="en-US" sz="2800" b="1" dirty="0">
                <a:latin typeface="微软雅黑" panose="020B0503020204020204" pitchFamily="34" charset="-122"/>
                <a:ea typeface="微软雅黑" panose="020B0503020204020204" pitchFamily="34" charset="-122"/>
              </a:rPr>
              <a:t>阶段切</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33637767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49E32-DD09-3D85-B5D1-6ECF4D73FBE4}"/>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7865CA5E-682E-FCCE-1F22-A00D78A4EE35}"/>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662336C4-F29E-0C59-C832-F96D76F5D3BC}"/>
              </a:ext>
            </a:extLst>
          </p:cNvPr>
          <p:cNvSpPr>
            <a:spLocks noGrp="1"/>
          </p:cNvSpPr>
          <p:nvPr>
            <p:ph type="sldNum" sz="quarter" idx="15"/>
          </p:nvPr>
        </p:nvSpPr>
        <p:spPr/>
        <p:txBody>
          <a:bodyPr/>
          <a:lstStyle/>
          <a:p>
            <a:fld id="{8D48AAE3-8C0E-48A8-B421-1F15F8D19339}" type="slidenum">
              <a:rPr lang="en-US" smtClean="0"/>
              <a:t>18</a:t>
            </a:fld>
            <a:endParaRPr lang="en-US" dirty="0"/>
          </a:p>
        </p:txBody>
      </p:sp>
      <p:sp>
        <p:nvSpPr>
          <p:cNvPr id="6" name="标题 5">
            <a:extLst>
              <a:ext uri="{FF2B5EF4-FFF2-40B4-BE49-F238E27FC236}">
                <a16:creationId xmlns:a16="http://schemas.microsoft.com/office/drawing/2014/main" id="{753C4C18-0F36-ECC4-4EB1-35CFD6067D6B}"/>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样例三</a:t>
            </a:r>
            <a:endParaRPr lang="zh-CN" altLang="en-US" dirty="0"/>
          </a:p>
        </p:txBody>
      </p:sp>
      <p:pic>
        <p:nvPicPr>
          <p:cNvPr id="3" name="图片 2">
            <a:extLst>
              <a:ext uri="{FF2B5EF4-FFF2-40B4-BE49-F238E27FC236}">
                <a16:creationId xmlns:a16="http://schemas.microsoft.com/office/drawing/2014/main" id="{00599788-DA64-8F2E-70B3-347D68583C23}"/>
              </a:ext>
            </a:extLst>
          </p:cNvPr>
          <p:cNvPicPr>
            <a:picLocks noChangeAspect="1"/>
          </p:cNvPicPr>
          <p:nvPr/>
        </p:nvPicPr>
        <p:blipFill>
          <a:blip r:embed="rId2"/>
          <a:stretch>
            <a:fillRect/>
          </a:stretch>
        </p:blipFill>
        <p:spPr>
          <a:xfrm>
            <a:off x="754379" y="1068542"/>
            <a:ext cx="9898838" cy="5474451"/>
          </a:xfrm>
          <a:prstGeom prst="rect">
            <a:avLst/>
          </a:prstGeom>
        </p:spPr>
      </p:pic>
      <p:sp>
        <p:nvSpPr>
          <p:cNvPr id="9" name="文本框 8">
            <a:extLst>
              <a:ext uri="{FF2B5EF4-FFF2-40B4-BE49-F238E27FC236}">
                <a16:creationId xmlns:a16="http://schemas.microsoft.com/office/drawing/2014/main" id="{868A1A90-4816-2ABE-0407-9C4CCF7AAE1C}"/>
              </a:ext>
            </a:extLst>
          </p:cNvPr>
          <p:cNvSpPr txBox="1"/>
          <p:nvPr/>
        </p:nvSpPr>
        <p:spPr>
          <a:xfrm>
            <a:off x="10591741" y="5096960"/>
            <a:ext cx="1531493" cy="1384995"/>
          </a:xfrm>
          <a:prstGeom prst="rect">
            <a:avLst/>
          </a:prstGeom>
          <a:noFill/>
        </p:spPr>
        <p:txBody>
          <a:bodyPr wrap="square">
            <a:spAutoFit/>
          </a:bodyPr>
          <a:lstStyle/>
          <a:p>
            <a:r>
              <a:rPr lang="en-US" altLang="zh-CN" sz="2800" b="1" dirty="0">
                <a:latin typeface="微软雅黑" panose="020B0503020204020204" pitchFamily="34" charset="-122"/>
                <a:ea typeface="微软雅黑" panose="020B0503020204020204" pitchFamily="34" charset="-122"/>
              </a:rPr>
              <a:t>Simple</a:t>
            </a:r>
          </a:p>
          <a:p>
            <a:pPr algn="ctr"/>
            <a:r>
              <a:rPr lang="zh-CN" altLang="en-US" sz="2800" b="1" dirty="0">
                <a:latin typeface="微软雅黑" panose="020B0503020204020204" pitchFamily="34" charset="-122"/>
                <a:ea typeface="微软雅黑" panose="020B0503020204020204" pitchFamily="34" charset="-122"/>
              </a:rPr>
              <a:t>解码</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（最佳）</a:t>
            </a:r>
          </a:p>
        </p:txBody>
      </p:sp>
    </p:spTree>
    <p:extLst>
      <p:ext uri="{BB962C8B-B14F-4D97-AF65-F5344CB8AC3E}">
        <p14:creationId xmlns:p14="http://schemas.microsoft.com/office/powerpoint/2010/main" val="41736329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D936E-BDB4-98AC-4108-48D79FA77C16}"/>
            </a:ext>
          </a:extLst>
        </p:cNvPr>
        <p:cNvGrpSpPr/>
        <p:nvPr/>
      </p:nvGrpSpPr>
      <p:grpSpPr>
        <a:xfrm>
          <a:off x="0" y="0"/>
          <a:ext cx="0" cy="0"/>
          <a:chOff x="0" y="0"/>
          <a:chExt cx="0" cy="0"/>
        </a:xfrm>
      </p:grpSpPr>
      <p:sp>
        <p:nvSpPr>
          <p:cNvPr id="4" name="日期占位符 3">
            <a:extLst>
              <a:ext uri="{FF2B5EF4-FFF2-40B4-BE49-F238E27FC236}">
                <a16:creationId xmlns:a16="http://schemas.microsoft.com/office/drawing/2014/main" id="{393B30AE-414E-D795-9B1A-914F3D82F9BD}"/>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E585142F-BEED-EFF5-8D69-738D7CC5E398}"/>
              </a:ext>
            </a:extLst>
          </p:cNvPr>
          <p:cNvSpPr>
            <a:spLocks noGrp="1"/>
          </p:cNvSpPr>
          <p:nvPr>
            <p:ph type="sldNum" sz="quarter" idx="15"/>
          </p:nvPr>
        </p:nvSpPr>
        <p:spPr/>
        <p:txBody>
          <a:bodyPr/>
          <a:lstStyle/>
          <a:p>
            <a:fld id="{8D48AAE3-8C0E-48A8-B421-1F15F8D19339}" type="slidenum">
              <a:rPr lang="en-US" smtClean="0"/>
              <a:t>19</a:t>
            </a:fld>
            <a:endParaRPr lang="en-US" dirty="0"/>
          </a:p>
        </p:txBody>
      </p:sp>
      <p:sp>
        <p:nvSpPr>
          <p:cNvPr id="6" name="标题 5">
            <a:extLst>
              <a:ext uri="{FF2B5EF4-FFF2-40B4-BE49-F238E27FC236}">
                <a16:creationId xmlns:a16="http://schemas.microsoft.com/office/drawing/2014/main" id="{1734084B-4AF0-7926-0B5C-24940C8FCA12}"/>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样例三</a:t>
            </a:r>
            <a:endParaRPr lang="zh-CN" altLang="en-US" dirty="0"/>
          </a:p>
        </p:txBody>
      </p:sp>
      <p:pic>
        <p:nvPicPr>
          <p:cNvPr id="10" name="图片 9">
            <a:extLst>
              <a:ext uri="{FF2B5EF4-FFF2-40B4-BE49-F238E27FC236}">
                <a16:creationId xmlns:a16="http://schemas.microsoft.com/office/drawing/2014/main" id="{60180C65-21FE-4D9A-0BB7-DB8171FAD13F}"/>
              </a:ext>
            </a:extLst>
          </p:cNvPr>
          <p:cNvPicPr>
            <a:picLocks noChangeAspect="1"/>
          </p:cNvPicPr>
          <p:nvPr/>
        </p:nvPicPr>
        <p:blipFill>
          <a:blip r:embed="rId2"/>
          <a:stretch>
            <a:fillRect/>
          </a:stretch>
        </p:blipFill>
        <p:spPr>
          <a:xfrm>
            <a:off x="754379" y="1106116"/>
            <a:ext cx="9821057" cy="5436877"/>
          </a:xfrm>
          <a:prstGeom prst="rect">
            <a:avLst/>
          </a:prstGeom>
        </p:spPr>
      </p:pic>
      <p:sp>
        <p:nvSpPr>
          <p:cNvPr id="14" name="文本框 13">
            <a:extLst>
              <a:ext uri="{FF2B5EF4-FFF2-40B4-BE49-F238E27FC236}">
                <a16:creationId xmlns:a16="http://schemas.microsoft.com/office/drawing/2014/main" id="{ADDE2FE6-EABC-E5F3-6FD5-7674A9634AF1}"/>
              </a:ext>
            </a:extLst>
          </p:cNvPr>
          <p:cNvSpPr txBox="1"/>
          <p:nvPr/>
        </p:nvSpPr>
        <p:spPr>
          <a:xfrm>
            <a:off x="10436464" y="5474586"/>
            <a:ext cx="1667588" cy="954107"/>
          </a:xfrm>
          <a:prstGeom prst="rect">
            <a:avLst/>
          </a:prstGeom>
          <a:noFill/>
        </p:spPr>
        <p:txBody>
          <a:bodyPr wrap="square">
            <a:spAutoFit/>
          </a:bodyPr>
          <a:lstStyle/>
          <a:p>
            <a:r>
              <a:rPr lang="zh-CN" altLang="en-US" sz="2800" b="1" dirty="0">
                <a:latin typeface="微软雅黑" panose="020B0503020204020204" pitchFamily="34" charset="-122"/>
                <a:ea typeface="微软雅黑" panose="020B0503020204020204" pitchFamily="34" charset="-122"/>
              </a:rPr>
              <a:t>最佳适配</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369831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6F18D1F9-ADCB-2EC2-8EB5-61C7FC74C4E3}"/>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B167F79-7887-2509-050F-2932F5885688}"/>
              </a:ext>
            </a:extLst>
          </p:cNvPr>
          <p:cNvSpPr>
            <a:spLocks noGrp="1"/>
          </p:cNvSpPr>
          <p:nvPr>
            <p:ph type="sldNum" sz="quarter" idx="15"/>
          </p:nvPr>
        </p:nvSpPr>
        <p:spPr/>
        <p:txBody>
          <a:bodyPr/>
          <a:lstStyle/>
          <a:p>
            <a:fld id="{8D48AAE3-8C0E-48A8-B421-1F15F8D19339}" type="slidenum">
              <a:rPr lang="en-US" smtClean="0"/>
              <a:t>20</a:t>
            </a:fld>
            <a:endParaRPr lang="en-US" dirty="0"/>
          </a:p>
        </p:txBody>
      </p:sp>
      <p:sp>
        <p:nvSpPr>
          <p:cNvPr id="6" name="标题 5">
            <a:extLst>
              <a:ext uri="{FF2B5EF4-FFF2-40B4-BE49-F238E27FC236}">
                <a16:creationId xmlns:a16="http://schemas.microsoft.com/office/drawing/2014/main" id="{D340435D-9C9E-089B-AFE8-44D6A18ABDD9}"/>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样例三</a:t>
            </a:r>
            <a:endParaRPr lang="zh-CN" altLang="en-US" dirty="0"/>
          </a:p>
        </p:txBody>
      </p:sp>
      <p:pic>
        <p:nvPicPr>
          <p:cNvPr id="10" name="图片 9">
            <a:extLst>
              <a:ext uri="{FF2B5EF4-FFF2-40B4-BE49-F238E27FC236}">
                <a16:creationId xmlns:a16="http://schemas.microsoft.com/office/drawing/2014/main" id="{CD29187F-3691-38DD-C0BD-E1DE0047B08D}"/>
              </a:ext>
            </a:extLst>
          </p:cNvPr>
          <p:cNvPicPr>
            <a:picLocks noChangeAspect="1"/>
          </p:cNvPicPr>
          <p:nvPr/>
        </p:nvPicPr>
        <p:blipFill>
          <a:blip r:embed="rId2"/>
          <a:stretch>
            <a:fillRect/>
          </a:stretch>
        </p:blipFill>
        <p:spPr>
          <a:xfrm>
            <a:off x="754379" y="1197882"/>
            <a:ext cx="9767962" cy="5459411"/>
          </a:xfrm>
          <a:prstGeom prst="rect">
            <a:avLst/>
          </a:prstGeom>
        </p:spPr>
      </p:pic>
      <p:sp>
        <p:nvSpPr>
          <p:cNvPr id="13" name="文本框 12">
            <a:extLst>
              <a:ext uri="{FF2B5EF4-FFF2-40B4-BE49-F238E27FC236}">
                <a16:creationId xmlns:a16="http://schemas.microsoft.com/office/drawing/2014/main" id="{0FBE4BEA-BA8C-300E-90BD-F4847499D577}"/>
              </a:ext>
            </a:extLst>
          </p:cNvPr>
          <p:cNvSpPr txBox="1"/>
          <p:nvPr/>
        </p:nvSpPr>
        <p:spPr>
          <a:xfrm>
            <a:off x="10624899" y="5588886"/>
            <a:ext cx="1280160" cy="954107"/>
          </a:xfrm>
          <a:prstGeom prst="rect">
            <a:avLst/>
          </a:prstGeom>
          <a:noFill/>
        </p:spPr>
        <p:txBody>
          <a:bodyPr wrap="square">
            <a:spAutoFit/>
          </a:bodyPr>
          <a:lstStyle/>
          <a:p>
            <a:pPr algn="ctr"/>
            <a:r>
              <a:rPr lang="zh-CN" altLang="en-US" sz="2800" b="1" dirty="0">
                <a:latin typeface="微软雅黑" panose="020B0503020204020204" pitchFamily="34" charset="-122"/>
                <a:ea typeface="微软雅黑" panose="020B0503020204020204" pitchFamily="34" charset="-122"/>
              </a:rPr>
              <a:t>阶段切</a:t>
            </a:r>
            <a:endParaRPr lang="en-US" altLang="zh-CN" sz="2800" b="1" dirty="0">
              <a:latin typeface="微软雅黑" panose="020B0503020204020204" pitchFamily="34" charset="-122"/>
              <a:ea typeface="微软雅黑" panose="020B0503020204020204" pitchFamily="34" charset="-122"/>
            </a:endParaRPr>
          </a:p>
          <a:p>
            <a:pPr algn="ctr"/>
            <a:r>
              <a:rPr lang="zh-CN" altLang="en-US" sz="2800" b="1" dirty="0">
                <a:latin typeface="微软雅黑" panose="020B0503020204020204" pitchFamily="34" charset="-122"/>
                <a:ea typeface="微软雅黑" panose="020B0503020204020204" pitchFamily="34" charset="-122"/>
              </a:rPr>
              <a:t>解码</a:t>
            </a:r>
          </a:p>
        </p:txBody>
      </p:sp>
    </p:spTree>
    <p:extLst>
      <p:ext uri="{BB962C8B-B14F-4D97-AF65-F5344CB8AC3E}">
        <p14:creationId xmlns:p14="http://schemas.microsoft.com/office/powerpoint/2010/main" val="16708252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274BE2D7-BE5B-EB16-8297-F2010CE9B59F}"/>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9AFB18A-C9BD-AEE1-D509-DDA8AEEE0633}"/>
              </a:ext>
            </a:extLst>
          </p:cNvPr>
          <p:cNvSpPr>
            <a:spLocks noGrp="1"/>
          </p:cNvSpPr>
          <p:nvPr>
            <p:ph type="sldNum" sz="quarter" idx="15"/>
          </p:nvPr>
        </p:nvSpPr>
        <p:spPr/>
        <p:txBody>
          <a:bodyPr/>
          <a:lstStyle/>
          <a:p>
            <a:fld id="{8D48AAE3-8C0E-48A8-B421-1F15F8D19339}" type="slidenum">
              <a:rPr lang="en-US" smtClean="0"/>
              <a:t>21</a:t>
            </a:fld>
            <a:endParaRPr lang="en-US" dirty="0"/>
          </a:p>
        </p:txBody>
      </p:sp>
      <p:sp>
        <p:nvSpPr>
          <p:cNvPr id="6" name="标题 5">
            <a:extLst>
              <a:ext uri="{FF2B5EF4-FFF2-40B4-BE49-F238E27FC236}">
                <a16:creationId xmlns:a16="http://schemas.microsoft.com/office/drawing/2014/main" id="{FCA93263-E0B2-DC84-293B-2339AFCD5858}"/>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案例分析</a:t>
            </a:r>
          </a:p>
        </p:txBody>
      </p:sp>
      <p:sp>
        <p:nvSpPr>
          <p:cNvPr id="11" name="文本框 10">
            <a:extLst>
              <a:ext uri="{FF2B5EF4-FFF2-40B4-BE49-F238E27FC236}">
                <a16:creationId xmlns:a16="http://schemas.microsoft.com/office/drawing/2014/main" id="{2B921B51-D831-503F-8F91-2D2764E29E1F}"/>
              </a:ext>
            </a:extLst>
          </p:cNvPr>
          <p:cNvSpPr txBox="1"/>
          <p:nvPr/>
        </p:nvSpPr>
        <p:spPr>
          <a:xfrm>
            <a:off x="2288540" y="5123806"/>
            <a:ext cx="7614920" cy="1289905"/>
          </a:xfrm>
          <a:prstGeom prst="rect">
            <a:avLst/>
          </a:prstGeom>
          <a:noFill/>
        </p:spPr>
        <p:txBody>
          <a:bodyPr wrap="square">
            <a:spAutoFit/>
          </a:bodyPr>
          <a:lstStyle/>
          <a:p>
            <a:pPr algn="l">
              <a:lnSpc>
                <a:spcPct val="150000"/>
              </a:lnSpc>
              <a:buFont typeface="Arial" panose="020B0604020202020204" pitchFamily="34" charset="0"/>
              <a:buChar char="•"/>
            </a:pPr>
            <a:r>
              <a:rPr lang="zh-CN" altLang="en-US" b="1">
                <a:latin typeface="微软雅黑" panose="020B0503020204020204" pitchFamily="34" charset="-122"/>
                <a:ea typeface="微软雅黑" panose="020B0503020204020204" pitchFamily="34" charset="-122"/>
              </a:rPr>
              <a:t>阶段切解码：</a:t>
            </a:r>
            <a:r>
              <a:rPr lang="zh-CN" altLang="en-US">
                <a:latin typeface="微软雅黑" panose="020B0503020204020204" pitchFamily="34" charset="-122"/>
                <a:ea typeface="微软雅黑" panose="020B0503020204020204" pitchFamily="34" charset="-122"/>
              </a:rPr>
              <a:t>更适合</a:t>
            </a:r>
            <a:r>
              <a:rPr lang="zh-CN" altLang="en-US">
                <a:solidFill>
                  <a:srgbClr val="C00000"/>
                </a:solidFill>
                <a:latin typeface="微软雅黑" panose="020B0503020204020204" pitchFamily="34" charset="-122"/>
                <a:ea typeface="微软雅黑" panose="020B0503020204020204" pitchFamily="34" charset="-122"/>
              </a:rPr>
              <a:t>大批量</a:t>
            </a:r>
            <a:r>
              <a:rPr lang="zh-CN" altLang="en-US">
                <a:latin typeface="微软雅黑" panose="020B0503020204020204" pitchFamily="34" charset="-122"/>
                <a:ea typeface="微软雅黑" panose="020B0503020204020204" pitchFamily="34" charset="-122"/>
              </a:rPr>
              <a:t>、稳定组合、连续生产型订单。</a:t>
            </a:r>
          </a:p>
          <a:p>
            <a:pPr algn="l">
              <a:lnSpc>
                <a:spcPct val="150000"/>
              </a:lnSpc>
              <a:buFont typeface="Arial" panose="020B0604020202020204" pitchFamily="34" charset="0"/>
              <a:buChar char="•"/>
            </a:pPr>
            <a:r>
              <a:rPr lang="zh-CN" altLang="en-US" b="1">
                <a:latin typeface="微软雅黑" panose="020B0503020204020204" pitchFamily="34" charset="-122"/>
                <a:ea typeface="微软雅黑" panose="020B0503020204020204" pitchFamily="34" charset="-122"/>
              </a:rPr>
              <a:t>最佳适配解码：</a:t>
            </a:r>
            <a:r>
              <a:rPr lang="zh-CN" altLang="en-US">
                <a:latin typeface="微软雅黑" panose="020B0503020204020204" pitchFamily="34" charset="-122"/>
                <a:ea typeface="微软雅黑" panose="020B0503020204020204" pitchFamily="34" charset="-122"/>
              </a:rPr>
              <a:t>更适合</a:t>
            </a:r>
            <a:r>
              <a:rPr lang="zh-CN" altLang="en-US">
                <a:solidFill>
                  <a:srgbClr val="C00000"/>
                </a:solidFill>
                <a:latin typeface="微软雅黑" panose="020B0503020204020204" pitchFamily="34" charset="-122"/>
                <a:ea typeface="微软雅黑" panose="020B0503020204020204" pitchFamily="34" charset="-122"/>
              </a:rPr>
              <a:t>宽度互补强</a:t>
            </a:r>
            <a:r>
              <a:rPr lang="zh-CN" altLang="en-US">
                <a:latin typeface="微软雅黑" panose="020B0503020204020204" pitchFamily="34" charset="-122"/>
                <a:ea typeface="微软雅黑" panose="020B0503020204020204" pitchFamily="34" charset="-122"/>
              </a:rPr>
              <a:t>、强调局部装填效率的订单。</a:t>
            </a:r>
          </a:p>
          <a:p>
            <a:pPr algn="l">
              <a:lnSpc>
                <a:spcPct val="150000"/>
              </a:lnSpc>
              <a:buFont typeface="Arial" panose="020B0604020202020204" pitchFamily="34" charset="0"/>
              <a:buChar char="•"/>
            </a:pPr>
            <a:r>
              <a:rPr lang="en-US" altLang="zh-CN" b="1">
                <a:latin typeface="微软雅黑" panose="020B0503020204020204" pitchFamily="34" charset="-122"/>
                <a:ea typeface="微软雅黑" panose="020B0503020204020204" pitchFamily="34" charset="-122"/>
              </a:rPr>
              <a:t>Simple</a:t>
            </a:r>
            <a:r>
              <a:rPr lang="zh-CN" altLang="en-US" b="1">
                <a:latin typeface="微软雅黑" panose="020B0503020204020204" pitchFamily="34" charset="-122"/>
                <a:ea typeface="微软雅黑" panose="020B0503020204020204" pitchFamily="34" charset="-122"/>
              </a:rPr>
              <a:t>解码</a:t>
            </a:r>
            <a:r>
              <a:rPr lang="zh-CN" altLang="en-US">
                <a:latin typeface="微软雅黑" panose="020B0503020204020204" pitchFamily="34" charset="-122"/>
                <a:ea typeface="微软雅黑" panose="020B0503020204020204" pitchFamily="34" charset="-122"/>
              </a:rPr>
              <a:t>：更适合</a:t>
            </a:r>
            <a:r>
              <a:rPr lang="zh-CN" altLang="en-US">
                <a:solidFill>
                  <a:srgbClr val="C00000"/>
                </a:solidFill>
                <a:latin typeface="微软雅黑" panose="020B0503020204020204" pitchFamily="34" charset="-122"/>
                <a:ea typeface="微软雅黑" panose="020B0503020204020204" pitchFamily="34" charset="-122"/>
              </a:rPr>
              <a:t>小批量、长度差异大</a:t>
            </a:r>
            <a:r>
              <a:rPr lang="zh-CN" altLang="en-US">
                <a:latin typeface="微软雅黑" panose="020B0503020204020204" pitchFamily="34" charset="-122"/>
                <a:ea typeface="微软雅黑" panose="020B0503020204020204" pitchFamily="34" charset="-122"/>
              </a:rPr>
              <a:t>、顺序分组天然较优的订单。</a:t>
            </a:r>
            <a:endParaRPr lang="zh-CN" altLang="en-US" dirty="0">
              <a:latin typeface="微软雅黑" panose="020B0503020204020204" pitchFamily="34" charset="-122"/>
              <a:ea typeface="微软雅黑" panose="020B0503020204020204" pitchFamily="34" charset="-122"/>
            </a:endParaRPr>
          </a:p>
        </p:txBody>
      </p:sp>
      <p:graphicFrame>
        <p:nvGraphicFramePr>
          <p:cNvPr id="7" name="表格 6">
            <a:extLst>
              <a:ext uri="{FF2B5EF4-FFF2-40B4-BE49-F238E27FC236}">
                <a16:creationId xmlns:a16="http://schemas.microsoft.com/office/drawing/2014/main" id="{EC2A0D4A-0C94-EB9D-3650-E80370565E64}"/>
              </a:ext>
            </a:extLst>
          </p:cNvPr>
          <p:cNvGraphicFramePr>
            <a:graphicFrameLocks noGrp="1"/>
          </p:cNvGraphicFramePr>
          <p:nvPr>
            <p:extLst>
              <p:ext uri="{D42A27DB-BD31-4B8C-83A1-F6EECF244321}">
                <p14:modId xmlns:p14="http://schemas.microsoft.com/office/powerpoint/2010/main" val="151285078"/>
              </p:ext>
            </p:extLst>
          </p:nvPr>
        </p:nvGraphicFramePr>
        <p:xfrm>
          <a:off x="92075" y="1447165"/>
          <a:ext cx="3768725" cy="3225401"/>
        </p:xfrm>
        <a:graphic>
          <a:graphicData uri="http://schemas.openxmlformats.org/drawingml/2006/table">
            <a:tbl>
              <a:tblPr>
                <a:tableStyleId>{22838BEF-8BB2-4498-84A7-C5851F593DF1}</a:tableStyleId>
              </a:tblPr>
              <a:tblGrid>
                <a:gridCol w="1202674">
                  <a:extLst>
                    <a:ext uri="{9D8B030D-6E8A-4147-A177-3AD203B41FA5}">
                      <a16:colId xmlns:a16="http://schemas.microsoft.com/office/drawing/2014/main" val="3407442012"/>
                    </a:ext>
                  </a:extLst>
                </a:gridCol>
                <a:gridCol w="1367068">
                  <a:extLst>
                    <a:ext uri="{9D8B030D-6E8A-4147-A177-3AD203B41FA5}">
                      <a16:colId xmlns:a16="http://schemas.microsoft.com/office/drawing/2014/main" val="2630069638"/>
                    </a:ext>
                  </a:extLst>
                </a:gridCol>
                <a:gridCol w="1198983">
                  <a:extLst>
                    <a:ext uri="{9D8B030D-6E8A-4147-A177-3AD203B41FA5}">
                      <a16:colId xmlns:a16="http://schemas.microsoft.com/office/drawing/2014/main" val="2673262605"/>
                    </a:ext>
                  </a:extLst>
                </a:gridCol>
              </a:tblGrid>
              <a:tr h="291066">
                <a:tc gridSpan="3">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样例一</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9667477"/>
                  </a:ext>
                </a:extLst>
              </a:tr>
              <a:tr h="291066">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种类</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5</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1339620779"/>
                  </a:ext>
                </a:extLst>
              </a:tr>
              <a:tr h="291066">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宽度</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长度</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数量</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786901504"/>
                  </a:ext>
                </a:extLst>
              </a:tr>
              <a:tr h="291066">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230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445</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1,000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418898227"/>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833</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1,000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251543094"/>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547</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291</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724714567"/>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555</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666</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394535867"/>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400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600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888</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3853103324"/>
                  </a:ext>
                </a:extLst>
              </a:tr>
              <a:tr h="291066">
                <a:tc gridSpan="3">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面积利用率：</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54468505"/>
                  </a:ext>
                </a:extLst>
              </a:tr>
              <a:tr h="314741">
                <a:tc>
                  <a:txBody>
                    <a:bodyPr/>
                    <a:lstStyle/>
                    <a:p>
                      <a:pPr algn="ctr" fontAlgn="b"/>
                      <a:r>
                        <a:rPr lang="zh-CN" altLang="en-US" sz="1700" b="1" u="none" strike="noStrike" baseline="0" dirty="0">
                          <a:effectLst/>
                          <a:latin typeface="Times New Roman" panose="02020603050405020304" pitchFamily="18" charset="0"/>
                          <a:ea typeface="微软雅黑" panose="020B0503020204020204" pitchFamily="34" charset="-122"/>
                        </a:rPr>
                        <a:t>阶段切解码</a:t>
                      </a:r>
                      <a:endParaRPr lang="zh-CN" altLang="en-US" sz="1700" b="1"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solidFill>
                      <a:srgbClr val="EAEFF7"/>
                    </a:solidFill>
                  </a:tcPr>
                </a:tc>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最佳适配解码</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sz="1700" u="none" strike="noStrike" baseline="0">
                          <a:effectLst/>
                          <a:latin typeface="Times New Roman" panose="02020603050405020304" pitchFamily="18" charset="0"/>
                          <a:ea typeface="微软雅黑" panose="020B0503020204020204" pitchFamily="34" charset="-122"/>
                        </a:rPr>
                        <a:t>simple</a:t>
                      </a:r>
                      <a:r>
                        <a:rPr lang="zh-CN" altLang="en-US" sz="1700" u="none" strike="noStrike" baseline="0">
                          <a:effectLst/>
                          <a:latin typeface="Times New Roman" panose="02020603050405020304" pitchFamily="18" charset="0"/>
                          <a:ea typeface="微软雅黑" panose="020B0503020204020204" pitchFamily="34" charset="-122"/>
                        </a:rPr>
                        <a:t>解码</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632089997"/>
                  </a:ext>
                </a:extLst>
              </a:tr>
              <a:tr h="291066">
                <a:tc>
                  <a:txBody>
                    <a:bodyPr/>
                    <a:lstStyle/>
                    <a:p>
                      <a:pPr algn="ctr" fontAlgn="b"/>
                      <a:r>
                        <a:rPr lang="en-US" altLang="zh-CN" sz="1700" b="1" u="none" strike="noStrike" baseline="0" dirty="0">
                          <a:effectLst/>
                          <a:latin typeface="Times New Roman" panose="02020603050405020304" pitchFamily="18" charset="0"/>
                          <a:ea typeface="微软雅黑" panose="020B0503020204020204" pitchFamily="34" charset="-122"/>
                        </a:rPr>
                        <a:t>96.37%</a:t>
                      </a:r>
                      <a:endParaRPr lang="en-US" altLang="zh-CN" sz="1700" b="1"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solidFill>
                      <a:srgbClr val="EAEFF7"/>
                    </a:solidFill>
                  </a:tcPr>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91.87%</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86.67%</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1422632982"/>
                  </a:ext>
                </a:extLst>
              </a:tr>
            </a:tbl>
          </a:graphicData>
        </a:graphic>
      </p:graphicFrame>
      <p:graphicFrame>
        <p:nvGraphicFramePr>
          <p:cNvPr id="2" name="表格 1">
            <a:extLst>
              <a:ext uri="{FF2B5EF4-FFF2-40B4-BE49-F238E27FC236}">
                <a16:creationId xmlns:a16="http://schemas.microsoft.com/office/drawing/2014/main" id="{5DCC1E15-86E0-35F9-DE48-5341DF1F40E8}"/>
              </a:ext>
            </a:extLst>
          </p:cNvPr>
          <p:cNvGraphicFramePr>
            <a:graphicFrameLocks noGrp="1"/>
          </p:cNvGraphicFramePr>
          <p:nvPr>
            <p:extLst>
              <p:ext uri="{D42A27DB-BD31-4B8C-83A1-F6EECF244321}">
                <p14:modId xmlns:p14="http://schemas.microsoft.com/office/powerpoint/2010/main" val="4023243048"/>
              </p:ext>
            </p:extLst>
          </p:nvPr>
        </p:nvGraphicFramePr>
        <p:xfrm>
          <a:off x="4267470" y="1447165"/>
          <a:ext cx="3657059" cy="3225401"/>
        </p:xfrm>
        <a:graphic>
          <a:graphicData uri="http://schemas.openxmlformats.org/drawingml/2006/table">
            <a:tbl>
              <a:tblPr>
                <a:tableStyleId>{22838BEF-8BB2-4498-84A7-C5851F593DF1}</a:tableStyleId>
              </a:tblPr>
              <a:tblGrid>
                <a:gridCol w="1142108">
                  <a:extLst>
                    <a:ext uri="{9D8B030D-6E8A-4147-A177-3AD203B41FA5}">
                      <a16:colId xmlns:a16="http://schemas.microsoft.com/office/drawing/2014/main" val="2188689910"/>
                    </a:ext>
                  </a:extLst>
                </a:gridCol>
                <a:gridCol w="1358416">
                  <a:extLst>
                    <a:ext uri="{9D8B030D-6E8A-4147-A177-3AD203B41FA5}">
                      <a16:colId xmlns:a16="http://schemas.microsoft.com/office/drawing/2014/main" val="3959609259"/>
                    </a:ext>
                  </a:extLst>
                </a:gridCol>
                <a:gridCol w="1156535">
                  <a:extLst>
                    <a:ext uri="{9D8B030D-6E8A-4147-A177-3AD203B41FA5}">
                      <a16:colId xmlns:a16="http://schemas.microsoft.com/office/drawing/2014/main" val="1430607499"/>
                    </a:ext>
                  </a:extLst>
                </a:gridCol>
              </a:tblGrid>
              <a:tr h="291066">
                <a:tc gridSpan="3">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样例二</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976284781"/>
                  </a:ext>
                </a:extLst>
              </a:tr>
              <a:tr h="291066">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种类</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5</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1119001378"/>
                  </a:ext>
                </a:extLst>
              </a:tr>
              <a:tr h="291066">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宽度</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长度</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数量</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104758829"/>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900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102</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3783204652"/>
                  </a:ext>
                </a:extLst>
              </a:tr>
              <a:tr h="291066">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500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450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123</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1387297109"/>
                  </a:ext>
                </a:extLst>
              </a:tr>
              <a:tr h="291066">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250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900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210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166493449"/>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250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450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186</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948334866"/>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600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138</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749745039"/>
                  </a:ext>
                </a:extLst>
              </a:tr>
              <a:tr h="291066">
                <a:tc gridSpan="3">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面积利用率：</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230394960"/>
                  </a:ext>
                </a:extLst>
              </a:tr>
              <a:tr h="314741">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阶段切解码</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b="1" u="none" strike="noStrike" baseline="0" dirty="0">
                          <a:effectLst/>
                          <a:latin typeface="Times New Roman" panose="02020603050405020304" pitchFamily="18" charset="0"/>
                          <a:ea typeface="微软雅黑" panose="020B0503020204020204" pitchFamily="34" charset="-122"/>
                        </a:rPr>
                        <a:t>最佳适配解码</a:t>
                      </a:r>
                      <a:endParaRPr lang="zh-CN" altLang="en-US" sz="1700" b="1"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solidFill>
                      <a:srgbClr val="EAEFF7"/>
                    </a:solidFill>
                  </a:tcPr>
                </a:tc>
                <a:tc>
                  <a:txBody>
                    <a:bodyPr/>
                    <a:lstStyle/>
                    <a:p>
                      <a:pPr algn="ctr" fontAlgn="b"/>
                      <a:r>
                        <a:rPr lang="en-US" sz="1700" u="none" strike="noStrike" baseline="0" dirty="0">
                          <a:effectLst/>
                          <a:latin typeface="Times New Roman" panose="02020603050405020304" pitchFamily="18" charset="0"/>
                          <a:ea typeface="微软雅黑" panose="020B0503020204020204" pitchFamily="34" charset="-122"/>
                        </a:rPr>
                        <a:t>simple</a:t>
                      </a:r>
                      <a:r>
                        <a:rPr lang="zh-CN" altLang="en-US" sz="1700" u="none" strike="noStrike" baseline="0" dirty="0">
                          <a:effectLst/>
                          <a:latin typeface="Times New Roman" panose="02020603050405020304" pitchFamily="18" charset="0"/>
                          <a:ea typeface="微软雅黑" panose="020B0503020204020204" pitchFamily="34" charset="-122"/>
                        </a:rPr>
                        <a:t>解码</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344227743"/>
                  </a:ext>
                </a:extLst>
              </a:tr>
              <a:tr h="291066">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98.06%</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marL="0" algn="ctr" defTabSz="914400" rtl="0" eaLnBrk="1" fontAlgn="b" latinLnBrk="0" hangingPunct="1"/>
                      <a:r>
                        <a:rPr lang="en-US" altLang="zh-CN" sz="1700" b="1" u="none" strike="noStrike" kern="1200" baseline="0" dirty="0">
                          <a:solidFill>
                            <a:schemeClr val="dk1"/>
                          </a:solidFill>
                          <a:effectLst/>
                          <a:latin typeface="Times New Roman" panose="02020603050405020304" pitchFamily="18" charset="0"/>
                          <a:ea typeface="微软雅黑" panose="020B0503020204020204" pitchFamily="34" charset="-122"/>
                          <a:cs typeface="+mn-cs"/>
                        </a:rPr>
                        <a:t>99.01%</a:t>
                      </a:r>
                    </a:p>
                  </a:txBody>
                  <a:tcPr marL="7099" marR="7099" marT="7099" marB="0" anchor="b">
                    <a:solidFill>
                      <a:srgbClr val="EAEFF7"/>
                    </a:solidFill>
                  </a:tcPr>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90.50%</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1330139059"/>
                  </a:ext>
                </a:extLst>
              </a:tr>
            </a:tbl>
          </a:graphicData>
        </a:graphic>
      </p:graphicFrame>
      <p:graphicFrame>
        <p:nvGraphicFramePr>
          <p:cNvPr id="3" name="表格 2">
            <a:extLst>
              <a:ext uri="{FF2B5EF4-FFF2-40B4-BE49-F238E27FC236}">
                <a16:creationId xmlns:a16="http://schemas.microsoft.com/office/drawing/2014/main" id="{D2C1322F-7FC3-B70C-A746-1A8051484CA1}"/>
              </a:ext>
            </a:extLst>
          </p:cNvPr>
          <p:cNvGraphicFramePr>
            <a:graphicFrameLocks noGrp="1"/>
          </p:cNvGraphicFramePr>
          <p:nvPr>
            <p:extLst>
              <p:ext uri="{D42A27DB-BD31-4B8C-83A1-F6EECF244321}">
                <p14:modId xmlns:p14="http://schemas.microsoft.com/office/powerpoint/2010/main" val="1675117689"/>
              </p:ext>
            </p:extLst>
          </p:nvPr>
        </p:nvGraphicFramePr>
        <p:xfrm>
          <a:off x="8220075" y="1428115"/>
          <a:ext cx="3703198" cy="3225401"/>
        </p:xfrm>
        <a:graphic>
          <a:graphicData uri="http://schemas.openxmlformats.org/drawingml/2006/table">
            <a:tbl>
              <a:tblPr>
                <a:tableStyleId>{22838BEF-8BB2-4498-84A7-C5851F593DF1}</a:tableStyleId>
              </a:tblPr>
              <a:tblGrid>
                <a:gridCol w="1202674">
                  <a:extLst>
                    <a:ext uri="{9D8B030D-6E8A-4147-A177-3AD203B41FA5}">
                      <a16:colId xmlns:a16="http://schemas.microsoft.com/office/drawing/2014/main" val="3791248601"/>
                    </a:ext>
                  </a:extLst>
                </a:gridCol>
                <a:gridCol w="1367068">
                  <a:extLst>
                    <a:ext uri="{9D8B030D-6E8A-4147-A177-3AD203B41FA5}">
                      <a16:colId xmlns:a16="http://schemas.microsoft.com/office/drawing/2014/main" val="903998964"/>
                    </a:ext>
                  </a:extLst>
                </a:gridCol>
                <a:gridCol w="1133456">
                  <a:extLst>
                    <a:ext uri="{9D8B030D-6E8A-4147-A177-3AD203B41FA5}">
                      <a16:colId xmlns:a16="http://schemas.microsoft.com/office/drawing/2014/main" val="1789599167"/>
                    </a:ext>
                  </a:extLst>
                </a:gridCol>
              </a:tblGrid>
              <a:tr h="291066">
                <a:tc gridSpan="3">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样例三</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67400344"/>
                  </a:ext>
                </a:extLst>
              </a:tr>
              <a:tr h="291066">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种类</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5</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954197786"/>
                  </a:ext>
                </a:extLst>
              </a:tr>
              <a:tr h="291066">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宽度</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长度</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a:effectLst/>
                          <a:latin typeface="Times New Roman" panose="02020603050405020304" pitchFamily="18" charset="0"/>
                          <a:ea typeface="微软雅黑" panose="020B0503020204020204" pitchFamily="34" charset="-122"/>
                        </a:rPr>
                        <a:t>数量</a:t>
                      </a:r>
                      <a:endParaRPr lang="zh-CN" altLang="en-US"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867508383"/>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450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690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29</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3553766906"/>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280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833</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15</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198968649"/>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250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470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23</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3565850314"/>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300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275</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9</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419757052"/>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380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720</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38</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extLst>
                  <a:ext uri="{0D108BD9-81ED-4DB2-BD59-A6C34878D82A}">
                    <a16:rowId xmlns:a16="http://schemas.microsoft.com/office/drawing/2014/main" val="2648796684"/>
                  </a:ext>
                </a:extLst>
              </a:tr>
              <a:tr h="291066">
                <a:tc gridSpan="3">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面积利用率：</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4020442846"/>
                  </a:ext>
                </a:extLst>
              </a:tr>
              <a:tr h="314741">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阶段切解码</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zh-CN" altLang="en-US" sz="1700" u="none" strike="noStrike" baseline="0" dirty="0">
                          <a:effectLst/>
                          <a:latin typeface="Times New Roman" panose="02020603050405020304" pitchFamily="18" charset="0"/>
                          <a:ea typeface="微软雅黑" panose="020B0503020204020204" pitchFamily="34" charset="-122"/>
                        </a:rPr>
                        <a:t>最佳适配解码</a:t>
                      </a:r>
                      <a:endParaRPr lang="zh-CN" altLang="en-US"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sz="1700" b="1" u="none" strike="noStrike" baseline="0" dirty="0">
                          <a:effectLst/>
                          <a:latin typeface="Times New Roman" panose="02020603050405020304" pitchFamily="18" charset="0"/>
                          <a:ea typeface="微软雅黑" panose="020B0503020204020204" pitchFamily="34" charset="-122"/>
                        </a:rPr>
                        <a:t>simple</a:t>
                      </a:r>
                      <a:r>
                        <a:rPr lang="zh-CN" altLang="en-US" sz="1700" b="1" u="none" strike="noStrike" baseline="0" dirty="0">
                          <a:effectLst/>
                          <a:latin typeface="Times New Roman" panose="02020603050405020304" pitchFamily="18" charset="0"/>
                          <a:ea typeface="微软雅黑" panose="020B0503020204020204" pitchFamily="34" charset="-122"/>
                        </a:rPr>
                        <a:t>解码</a:t>
                      </a:r>
                      <a:endParaRPr lang="zh-CN" altLang="en-US" sz="1700" b="1"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solidFill>
                      <a:srgbClr val="EAEFF7"/>
                    </a:solidFill>
                  </a:tcPr>
                </a:tc>
                <a:extLst>
                  <a:ext uri="{0D108BD9-81ED-4DB2-BD59-A6C34878D82A}">
                    <a16:rowId xmlns:a16="http://schemas.microsoft.com/office/drawing/2014/main" val="1146795286"/>
                  </a:ext>
                </a:extLst>
              </a:tr>
              <a:tr h="291066">
                <a:tc>
                  <a:txBody>
                    <a:bodyPr/>
                    <a:lstStyle/>
                    <a:p>
                      <a:pPr algn="ctr" fontAlgn="b"/>
                      <a:r>
                        <a:rPr lang="en-US" altLang="zh-CN" sz="1700" u="none" strike="noStrike" baseline="0">
                          <a:effectLst/>
                          <a:latin typeface="Times New Roman" panose="02020603050405020304" pitchFamily="18" charset="0"/>
                          <a:ea typeface="微软雅黑" panose="020B0503020204020204" pitchFamily="34" charset="-122"/>
                        </a:rPr>
                        <a:t>92.34%</a:t>
                      </a:r>
                      <a:endParaRPr lang="en-US" altLang="zh-CN" sz="1700" b="0" i="0" u="none" strike="noStrike" baseline="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u="none" strike="noStrike" baseline="0" dirty="0">
                          <a:effectLst/>
                          <a:latin typeface="Times New Roman" panose="02020603050405020304" pitchFamily="18" charset="0"/>
                          <a:ea typeface="微软雅黑" panose="020B0503020204020204" pitchFamily="34" charset="-122"/>
                        </a:rPr>
                        <a:t>91.25%</a:t>
                      </a:r>
                      <a:endParaRPr lang="en-US" altLang="zh-CN" sz="1700" b="0"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tc>
                <a:tc>
                  <a:txBody>
                    <a:bodyPr/>
                    <a:lstStyle/>
                    <a:p>
                      <a:pPr algn="ctr" fontAlgn="b"/>
                      <a:r>
                        <a:rPr lang="en-US" altLang="zh-CN" sz="1700" b="1" u="none" strike="noStrike" baseline="0" dirty="0">
                          <a:effectLst/>
                          <a:latin typeface="Times New Roman" panose="02020603050405020304" pitchFamily="18" charset="0"/>
                          <a:ea typeface="微软雅黑" panose="020B0503020204020204" pitchFamily="34" charset="-122"/>
                        </a:rPr>
                        <a:t>95.05%</a:t>
                      </a:r>
                      <a:endParaRPr lang="en-US" altLang="zh-CN" sz="1700" b="1" i="0" u="none" strike="noStrike" baseline="0" dirty="0">
                        <a:solidFill>
                          <a:srgbClr val="000000"/>
                        </a:solidFill>
                        <a:effectLst/>
                        <a:latin typeface="Times New Roman" panose="02020603050405020304" pitchFamily="18" charset="0"/>
                        <a:ea typeface="微软雅黑" panose="020B0503020204020204" pitchFamily="34" charset="-122"/>
                      </a:endParaRPr>
                    </a:p>
                  </a:txBody>
                  <a:tcPr marL="7099" marR="7099" marT="7099" marB="0" anchor="b">
                    <a:solidFill>
                      <a:srgbClr val="EAEFF7"/>
                    </a:solidFill>
                  </a:tcPr>
                </a:tc>
                <a:extLst>
                  <a:ext uri="{0D108BD9-81ED-4DB2-BD59-A6C34878D82A}">
                    <a16:rowId xmlns:a16="http://schemas.microsoft.com/office/drawing/2014/main" val="384071100"/>
                  </a:ext>
                </a:extLst>
              </a:tr>
            </a:tbl>
          </a:graphicData>
        </a:graphic>
      </p:graphicFrame>
    </p:spTree>
    <p:extLst>
      <p:ext uri="{BB962C8B-B14F-4D97-AF65-F5344CB8AC3E}">
        <p14:creationId xmlns:p14="http://schemas.microsoft.com/office/powerpoint/2010/main" val="22100520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5968698" y="2052759"/>
            <a:ext cx="1107996" cy="340152"/>
          </a:xfrm>
        </p:spPr>
        <p:txBody>
          <a:bodyPr>
            <a:normAutofit/>
          </a:bodyPr>
          <a:lstStyle/>
          <a:p>
            <a:r>
              <a:rPr lang="zh-CN" altLang="en-US" dirty="0">
                <a:latin typeface="Times New Roman" panose="02020603050405020304" pitchFamily="18" charset="0"/>
                <a:cs typeface="Times New Roman" panose="02020603050405020304" pitchFamily="18" charset="0"/>
                <a:sym typeface="+mn-ea"/>
              </a:rPr>
              <a:t>何文杰</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1DE1EEB2-DE1D-9BBA-F9CE-2EBB3AE9FBC8}"/>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B564B04-F2DB-09ED-E3DF-27B95061F3F5}"/>
              </a:ext>
            </a:extLst>
          </p:cNvPr>
          <p:cNvSpPr>
            <a:spLocks noGrp="1"/>
          </p:cNvSpPr>
          <p:nvPr>
            <p:ph type="sldNum" sz="quarter" idx="15"/>
          </p:nvPr>
        </p:nvSpPr>
        <p:spPr/>
        <p:txBody>
          <a:bodyPr/>
          <a:lstStyle/>
          <a:p>
            <a:fld id="{8D48AAE3-8C0E-48A8-B421-1F15F8D19339}" type="slidenum">
              <a:rPr lang="en-US" smtClean="0"/>
              <a:t>23</a:t>
            </a:fld>
            <a:endParaRPr lang="en-US" dirty="0"/>
          </a:p>
        </p:txBody>
      </p:sp>
      <p:sp>
        <p:nvSpPr>
          <p:cNvPr id="6" name="标题 5">
            <a:extLst>
              <a:ext uri="{FF2B5EF4-FFF2-40B4-BE49-F238E27FC236}">
                <a16:creationId xmlns:a16="http://schemas.microsoft.com/office/drawing/2014/main" id="{8FDC0E6D-E8E3-6A1C-448A-7A51ABB96FB0}"/>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初始化与评估</a:t>
            </a:r>
          </a:p>
        </p:txBody>
      </p:sp>
      <p:sp>
        <p:nvSpPr>
          <p:cNvPr id="7" name="文本占位符 6">
            <a:extLst>
              <a:ext uri="{FF2B5EF4-FFF2-40B4-BE49-F238E27FC236}">
                <a16:creationId xmlns:a16="http://schemas.microsoft.com/office/drawing/2014/main" id="{DB040B4E-7804-0D05-5931-E0F1CB51F98B}"/>
              </a:ext>
            </a:extLst>
          </p:cNvPr>
          <p:cNvSpPr>
            <a:spLocks noGrp="1"/>
          </p:cNvSpPr>
          <p:nvPr>
            <p:ph type="body" sz="quarter" idx="10"/>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种群初始化</a:t>
            </a:r>
          </a:p>
        </p:txBody>
      </p:sp>
      <p:pic>
        <p:nvPicPr>
          <p:cNvPr id="9" name="图片 8">
            <a:extLst>
              <a:ext uri="{FF2B5EF4-FFF2-40B4-BE49-F238E27FC236}">
                <a16:creationId xmlns:a16="http://schemas.microsoft.com/office/drawing/2014/main" id="{B9461818-F2D6-7080-B22B-75AA5B9D5850}"/>
              </a:ext>
            </a:extLst>
          </p:cNvPr>
          <p:cNvPicPr>
            <a:picLocks noChangeAspect="1"/>
          </p:cNvPicPr>
          <p:nvPr/>
        </p:nvPicPr>
        <p:blipFill>
          <a:blip r:embed="rId2"/>
          <a:stretch>
            <a:fillRect/>
          </a:stretch>
        </p:blipFill>
        <p:spPr>
          <a:xfrm>
            <a:off x="1600233" y="1216234"/>
            <a:ext cx="8797406" cy="3885521"/>
          </a:xfrm>
          <a:prstGeom prst="rect">
            <a:avLst/>
          </a:prstGeom>
        </p:spPr>
      </p:pic>
      <p:sp>
        <p:nvSpPr>
          <p:cNvPr id="10" name="Rectangle 1">
            <a:extLst>
              <a:ext uri="{FF2B5EF4-FFF2-40B4-BE49-F238E27FC236}">
                <a16:creationId xmlns:a16="http://schemas.microsoft.com/office/drawing/2014/main" id="{9A6A046F-C893-A5C4-01F1-131BB2735F6B}"/>
              </a:ext>
            </a:extLst>
          </p:cNvPr>
          <p:cNvSpPr>
            <a:spLocks noChangeArrowheads="1"/>
          </p:cNvSpPr>
          <p:nvPr/>
        </p:nvSpPr>
        <p:spPr bwMode="auto">
          <a:xfrm>
            <a:off x="1277888" y="4871120"/>
            <a:ext cx="8794395" cy="12899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800" b="1"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为什么不纯随机</a:t>
            </a:r>
            <a:r>
              <a:rPr kumimoji="0" lang="zh-CN" altLang="zh-CN" sz="18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rPr>
              <a:t>：</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zh-CN" dirty="0">
                <a:latin typeface="微软雅黑" panose="020B0503020204020204" pitchFamily="34" charset="-122"/>
                <a:ea typeface="微软雅黑" panose="020B0503020204020204" pitchFamily="34" charset="-122"/>
              </a:rPr>
              <a:t>纯随机起点质量差 → 前期大量代数浪费在"爬出坏区域" </a:t>
            </a:r>
            <a:endParaRPr lang="en-US" altLang="zh-CN" dirty="0">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zh-CN" altLang="zh-CN" dirty="0">
                <a:latin typeface="微软雅黑" panose="020B0503020204020204" pitchFamily="34" charset="-122"/>
                <a:ea typeface="微软雅黑" panose="020B0503020204020204" pitchFamily="34" charset="-122"/>
              </a:rPr>
              <a:t>贪心起点质量高 → 算法从一个相对好的区域开始搜索 收敛速度可提升 30%~50%</a:t>
            </a:r>
          </a:p>
        </p:txBody>
      </p:sp>
    </p:spTree>
    <p:extLst>
      <p:ext uri="{BB962C8B-B14F-4D97-AF65-F5344CB8AC3E}">
        <p14:creationId xmlns:p14="http://schemas.microsoft.com/office/powerpoint/2010/main" val="13259384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5BFC7230-0BFE-D5A5-1A81-329241D8F7E9}"/>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C3BE6322-A617-A6B0-E07B-5B729FA6D083}"/>
              </a:ext>
            </a:extLst>
          </p:cNvPr>
          <p:cNvSpPr>
            <a:spLocks noGrp="1"/>
          </p:cNvSpPr>
          <p:nvPr>
            <p:ph type="sldNum" sz="quarter" idx="15"/>
          </p:nvPr>
        </p:nvSpPr>
        <p:spPr/>
        <p:txBody>
          <a:bodyPr/>
          <a:lstStyle/>
          <a:p>
            <a:fld id="{8D48AAE3-8C0E-48A8-B421-1F15F8D19339}" type="slidenum">
              <a:rPr lang="en-US" smtClean="0"/>
              <a:t>24</a:t>
            </a:fld>
            <a:endParaRPr lang="en-US" dirty="0"/>
          </a:p>
        </p:txBody>
      </p:sp>
      <p:sp>
        <p:nvSpPr>
          <p:cNvPr id="6" name="标题 5">
            <a:extLst>
              <a:ext uri="{FF2B5EF4-FFF2-40B4-BE49-F238E27FC236}">
                <a16:creationId xmlns:a16="http://schemas.microsoft.com/office/drawing/2014/main" id="{43382D5F-D758-FD3A-3CA7-FA67343C70B4}"/>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初始化与评估</a:t>
            </a:r>
          </a:p>
        </p:txBody>
      </p:sp>
      <p:sp>
        <p:nvSpPr>
          <p:cNvPr id="7" name="文本占位符 6">
            <a:extLst>
              <a:ext uri="{FF2B5EF4-FFF2-40B4-BE49-F238E27FC236}">
                <a16:creationId xmlns:a16="http://schemas.microsoft.com/office/drawing/2014/main" id="{E71AA08A-29A0-AE34-6184-17755E50A4E0}"/>
              </a:ext>
            </a:extLst>
          </p:cNvPr>
          <p:cNvSpPr>
            <a:spLocks noGrp="1"/>
          </p:cNvSpPr>
          <p:nvPr>
            <p:ph type="body" sz="quarter" idx="10"/>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评估指标</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AE6BE54E-B79B-A348-B59B-10A4E6C2EF86}"/>
                  </a:ext>
                </a:extLst>
              </p:cNvPr>
              <p:cNvSpPr txBox="1"/>
              <p:nvPr/>
            </p:nvSpPr>
            <p:spPr>
              <a:xfrm>
                <a:off x="754379" y="3881939"/>
                <a:ext cx="4920707" cy="369332"/>
              </a:xfrm>
              <a:prstGeom prst="rect">
                <a:avLst/>
              </a:prstGeom>
              <a:noFill/>
            </p:spPr>
            <p:txBody>
              <a:bodyPr wrap="square" rtlCol="0">
                <a:spAutoFit/>
              </a:bodyPr>
              <a:lstStyle/>
              <a:p>
                <a14:m>
                  <m:oMath xmlns:m="http://schemas.openxmlformats.org/officeDocument/2006/math">
                    <m:r>
                      <a:rPr lang="en-US" altLang="zh-CN" b="0" i="1" dirty="0" smtClean="0">
                        <a:solidFill>
                          <a:srgbClr val="000000"/>
                        </a:solidFill>
                        <a:effectLst/>
                        <a:latin typeface="Cambria Math" panose="02040503050406030204" pitchFamily="18" charset="0"/>
                      </a:rPr>
                      <m:t>𝐹</m:t>
                    </m:r>
                  </m:oMath>
                </a14:m>
                <a:r>
                  <a:rPr lang="zh-CN" altLang="en-US" b="0" i="0" dirty="0">
                    <a:solidFill>
                      <a:srgbClr val="000000"/>
                    </a:solidFill>
                    <a:effectLst/>
                    <a:latin typeface="微软雅黑" panose="020B0503020204020204" pitchFamily="34" charset="-122"/>
                    <a:ea typeface="微软雅黑" panose="020B0503020204020204" pitchFamily="34" charset="-122"/>
                  </a:rPr>
                  <a:t>越小 </a:t>
                </a:r>
                <a:r>
                  <a:rPr lang="en-US" altLang="zh-CN" b="0" i="0" dirty="0">
                    <a:solidFill>
                      <a:srgbClr val="000000"/>
                    </a:solidFill>
                    <a:effectLst/>
                    <a:latin typeface="微软雅黑" panose="020B0503020204020204" pitchFamily="34" charset="-122"/>
                    <a:ea typeface="微软雅黑" panose="020B0503020204020204" pitchFamily="34" charset="-122"/>
                  </a:rPr>
                  <a:t>= </a:t>
                </a:r>
                <a:r>
                  <a:rPr lang="zh-CN" altLang="en-US" b="0" i="0" dirty="0">
                    <a:solidFill>
                      <a:srgbClr val="000000"/>
                    </a:solidFill>
                    <a:effectLst/>
                    <a:latin typeface="微软雅黑" panose="020B0503020204020204" pitchFamily="34" charset="-122"/>
                    <a:ea typeface="微软雅黑" panose="020B0503020204020204" pitchFamily="34" charset="-122"/>
                  </a:rPr>
                  <a:t>方案越好 </a:t>
                </a:r>
                <a:r>
                  <a:rPr lang="en-US" altLang="zh-CN" b="0" i="0" dirty="0">
                    <a:solidFill>
                      <a:srgbClr val="000000"/>
                    </a:solidFill>
                    <a:effectLst/>
                    <a:latin typeface="微软雅黑" panose="020B0503020204020204" pitchFamily="34" charset="-122"/>
                    <a:ea typeface="微软雅黑" panose="020B0503020204020204" pitchFamily="34" charset="-122"/>
                  </a:rPr>
                  <a:t>= </a:t>
                </a:r>
                <a:r>
                  <a:rPr lang="zh-CN" altLang="en-US" b="0" i="0" dirty="0">
                    <a:solidFill>
                      <a:srgbClr val="000000"/>
                    </a:solidFill>
                    <a:effectLst/>
                    <a:latin typeface="微软雅黑" panose="020B0503020204020204" pitchFamily="34" charset="-122"/>
                    <a:ea typeface="微软雅黑" panose="020B0503020204020204" pitchFamily="34" charset="-122"/>
                  </a:rPr>
                  <a:t>消耗钢板越少、违规越少</a:t>
                </a:r>
                <a:endParaRPr lang="zh-CN" altLang="en-US" dirty="0">
                  <a:latin typeface="微软雅黑" panose="020B0503020204020204" pitchFamily="34" charset="-122"/>
                  <a:ea typeface="微软雅黑" panose="020B0503020204020204" pitchFamily="34" charset="-122"/>
                </a:endParaRPr>
              </a:p>
            </p:txBody>
          </p:sp>
        </mc:Choice>
        <mc:Fallback xmlns="">
          <p:sp>
            <p:nvSpPr>
              <p:cNvPr id="12" name="文本框 11">
                <a:extLst>
                  <a:ext uri="{FF2B5EF4-FFF2-40B4-BE49-F238E27FC236}">
                    <a16:creationId xmlns:a16="http://schemas.microsoft.com/office/drawing/2014/main" id="{AE6BE54E-B79B-A348-B59B-10A4E6C2EF86}"/>
                  </a:ext>
                </a:extLst>
              </p:cNvPr>
              <p:cNvSpPr txBox="1">
                <a:spLocks noRot="1" noChangeAspect="1" noMove="1" noResize="1" noEditPoints="1" noAdjustHandles="1" noChangeArrowheads="1" noChangeShapeType="1" noTextEdit="1"/>
              </p:cNvSpPr>
              <p:nvPr/>
            </p:nvSpPr>
            <p:spPr>
              <a:xfrm>
                <a:off x="754379" y="3881939"/>
                <a:ext cx="4920707" cy="369332"/>
              </a:xfrm>
              <a:prstGeom prst="rect">
                <a:avLst/>
              </a:prstGeom>
              <a:blipFill>
                <a:blip r:embed="rId3"/>
                <a:stretch>
                  <a:fillRect t="-10000" b="-26667"/>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91651DDB-E391-B6C1-5358-EA17D64C66C2}"/>
              </a:ext>
            </a:extLst>
          </p:cNvPr>
          <p:cNvSpPr txBox="1"/>
          <p:nvPr/>
        </p:nvSpPr>
        <p:spPr>
          <a:xfrm>
            <a:off x="838200" y="1553589"/>
            <a:ext cx="3815080" cy="369332"/>
          </a:xfrm>
          <a:prstGeom prst="rect">
            <a:avLst/>
          </a:prstGeom>
          <a:noFill/>
        </p:spPr>
        <p:txBody>
          <a:bodyPr wrap="square" rtlCol="0">
            <a:spAutoFit/>
          </a:bodyPr>
          <a:lstStyle/>
          <a:p>
            <a:r>
              <a:rPr lang="zh-CN" altLang="en-US" dirty="0">
                <a:latin typeface="微软雅黑" panose="020B0503020204020204" pitchFamily="34" charset="-122"/>
                <a:ea typeface="微软雅黑" panose="020B0503020204020204" pitchFamily="34" charset="-122"/>
              </a:rPr>
              <a:t>目标：最小化适应度函数值</a:t>
            </a:r>
            <a:endParaRPr lang="zh-CN" altLang="en-US" dirty="0">
              <a:solidFill>
                <a:srgbClr val="C00000"/>
              </a:solidFill>
              <a:latin typeface="微软雅黑" panose="020B0503020204020204" pitchFamily="34" charset="-122"/>
              <a:ea typeface="微软雅黑" panose="020B0503020204020204" pitchFamily="34" charset="-122"/>
            </a:endParaRPr>
          </a:p>
        </p:txBody>
      </p:sp>
      <p:sp>
        <p:nvSpPr>
          <p:cNvPr id="18" name="文本框 17">
            <a:extLst>
              <a:ext uri="{FF2B5EF4-FFF2-40B4-BE49-F238E27FC236}">
                <a16:creationId xmlns:a16="http://schemas.microsoft.com/office/drawing/2014/main" id="{00136BA5-720A-4221-36EA-E7E3598E2E88}"/>
              </a:ext>
            </a:extLst>
          </p:cNvPr>
          <p:cNvSpPr txBox="1"/>
          <p:nvPr/>
        </p:nvSpPr>
        <p:spPr>
          <a:xfrm>
            <a:off x="6310217" y="2516731"/>
            <a:ext cx="1677726" cy="369332"/>
          </a:xfrm>
          <a:prstGeom prst="rect">
            <a:avLst/>
          </a:prstGeom>
          <a:noFill/>
        </p:spPr>
        <p:txBody>
          <a:bodyPr wrap="square" rtlCol="0">
            <a:spAutoFit/>
          </a:bodyPr>
          <a:lstStyle/>
          <a:p>
            <a:r>
              <a:rPr lang="zh-CN" altLang="en-US" b="0" i="0" dirty="0">
                <a:solidFill>
                  <a:srgbClr val="000000"/>
                </a:solidFill>
                <a:effectLst/>
                <a:latin typeface="微软雅黑" panose="020B0503020204020204" pitchFamily="34" charset="-122"/>
                <a:ea typeface="微软雅黑" panose="020B0503020204020204" pitchFamily="34" charset="-122"/>
              </a:rPr>
              <a:t>材料利用率：</a:t>
            </a:r>
            <a:endParaRPr lang="en-US" altLang="zh-CN" dirty="0">
              <a:latin typeface="微软雅黑" panose="020B0503020204020204" pitchFamily="34" charset="-122"/>
              <a:ea typeface="微软雅黑" panose="020B0503020204020204" pitchFamily="34" charset="-122"/>
            </a:endParaRPr>
          </a:p>
        </p:txBody>
      </p:sp>
      <p:pic>
        <p:nvPicPr>
          <p:cNvPr id="11" name="图片 10">
            <a:extLst>
              <a:ext uri="{FF2B5EF4-FFF2-40B4-BE49-F238E27FC236}">
                <a16:creationId xmlns:a16="http://schemas.microsoft.com/office/drawing/2014/main" id="{5A87BEBB-E402-7600-8C3E-B0355BC39ADB}"/>
              </a:ext>
            </a:extLst>
          </p:cNvPr>
          <p:cNvPicPr>
            <a:picLocks noChangeAspect="1"/>
          </p:cNvPicPr>
          <p:nvPr/>
        </p:nvPicPr>
        <p:blipFill>
          <a:blip r:embed="rId4"/>
          <a:stretch>
            <a:fillRect/>
          </a:stretch>
        </p:blipFill>
        <p:spPr>
          <a:xfrm>
            <a:off x="7939635" y="2475010"/>
            <a:ext cx="3160813" cy="1127541"/>
          </a:xfrm>
          <a:prstGeom prst="rect">
            <a:avLst/>
          </a:prstGeom>
        </p:spPr>
      </p:pic>
      <p:pic>
        <p:nvPicPr>
          <p:cNvPr id="20" name="图片 19">
            <a:extLst>
              <a:ext uri="{FF2B5EF4-FFF2-40B4-BE49-F238E27FC236}">
                <a16:creationId xmlns:a16="http://schemas.microsoft.com/office/drawing/2014/main" id="{F301A939-3F37-9A3B-97BC-7B021A64B42D}"/>
              </a:ext>
            </a:extLst>
          </p:cNvPr>
          <p:cNvPicPr>
            <a:picLocks noChangeAspect="1"/>
          </p:cNvPicPr>
          <p:nvPr/>
        </p:nvPicPr>
        <p:blipFill>
          <a:blip r:embed="rId5"/>
          <a:stretch>
            <a:fillRect/>
          </a:stretch>
        </p:blipFill>
        <p:spPr>
          <a:xfrm>
            <a:off x="838200" y="2014594"/>
            <a:ext cx="3563668" cy="1754421"/>
          </a:xfrm>
          <a:prstGeom prst="rect">
            <a:avLst/>
          </a:prstGeom>
        </p:spPr>
      </p:pic>
      <p:pic>
        <p:nvPicPr>
          <p:cNvPr id="24" name="图片 23">
            <a:extLst>
              <a:ext uri="{FF2B5EF4-FFF2-40B4-BE49-F238E27FC236}">
                <a16:creationId xmlns:a16="http://schemas.microsoft.com/office/drawing/2014/main" id="{10F0EAA9-1964-F3AA-EF12-1648114FF0F3}"/>
              </a:ext>
            </a:extLst>
          </p:cNvPr>
          <p:cNvPicPr>
            <a:picLocks noChangeAspect="1"/>
          </p:cNvPicPr>
          <p:nvPr/>
        </p:nvPicPr>
        <p:blipFill>
          <a:blip r:embed="rId6"/>
          <a:stretch>
            <a:fillRect/>
          </a:stretch>
        </p:blipFill>
        <p:spPr>
          <a:xfrm>
            <a:off x="838200" y="4910655"/>
            <a:ext cx="1384994" cy="369332"/>
          </a:xfrm>
          <a:prstGeom prst="rect">
            <a:avLst/>
          </a:prstGeom>
        </p:spPr>
      </p:pic>
      <p:sp>
        <p:nvSpPr>
          <p:cNvPr id="26" name="文本框 25">
            <a:extLst>
              <a:ext uri="{FF2B5EF4-FFF2-40B4-BE49-F238E27FC236}">
                <a16:creationId xmlns:a16="http://schemas.microsoft.com/office/drawing/2014/main" id="{474D7331-0B3A-0167-F556-F85D1426B2CD}"/>
              </a:ext>
            </a:extLst>
          </p:cNvPr>
          <p:cNvSpPr txBox="1"/>
          <p:nvPr/>
        </p:nvSpPr>
        <p:spPr>
          <a:xfrm>
            <a:off x="2247284" y="4956826"/>
            <a:ext cx="6106160" cy="369332"/>
          </a:xfrm>
          <a:prstGeom prst="rect">
            <a:avLst/>
          </a:prstGeom>
          <a:noFill/>
        </p:spPr>
        <p:txBody>
          <a:bodyPr wrap="square">
            <a:spAutoFit/>
          </a:bodyPr>
          <a:lstStyle/>
          <a:p>
            <a:r>
              <a:rPr lang="zh-CN" altLang="en-US" dirty="0">
                <a:latin typeface="微软雅黑" panose="020B0503020204020204" pitchFamily="34" charset="-122"/>
                <a:ea typeface="微软雅黑" panose="020B0503020204020204" pitchFamily="34" charset="-122"/>
              </a:rPr>
              <a:t>表示方案中所有被实际启用条带的总长度</a:t>
            </a:r>
          </a:p>
        </p:txBody>
      </p:sp>
      <p:pic>
        <p:nvPicPr>
          <p:cNvPr id="28" name="图片 27">
            <a:extLst>
              <a:ext uri="{FF2B5EF4-FFF2-40B4-BE49-F238E27FC236}">
                <a16:creationId xmlns:a16="http://schemas.microsoft.com/office/drawing/2014/main" id="{83D8DA0B-51E1-A45E-0D95-E5642CABFD07}"/>
              </a:ext>
            </a:extLst>
          </p:cNvPr>
          <p:cNvPicPr>
            <a:picLocks noChangeAspect="1"/>
          </p:cNvPicPr>
          <p:nvPr/>
        </p:nvPicPr>
        <p:blipFill>
          <a:blip r:embed="rId7"/>
          <a:stretch>
            <a:fillRect/>
          </a:stretch>
        </p:blipFill>
        <p:spPr>
          <a:xfrm>
            <a:off x="804696" y="5386225"/>
            <a:ext cx="301427" cy="316499"/>
          </a:xfrm>
          <a:prstGeom prst="rect">
            <a:avLst/>
          </a:prstGeom>
        </p:spPr>
      </p:pic>
      <p:sp>
        <p:nvSpPr>
          <p:cNvPr id="30" name="文本框 29">
            <a:extLst>
              <a:ext uri="{FF2B5EF4-FFF2-40B4-BE49-F238E27FC236}">
                <a16:creationId xmlns:a16="http://schemas.microsoft.com/office/drawing/2014/main" id="{728E5AD9-0FE8-6CA7-F548-BEA76D795C7A}"/>
              </a:ext>
            </a:extLst>
          </p:cNvPr>
          <p:cNvSpPr txBox="1"/>
          <p:nvPr/>
        </p:nvSpPr>
        <p:spPr>
          <a:xfrm>
            <a:off x="1106123" y="5376087"/>
            <a:ext cx="6106160" cy="369332"/>
          </a:xfrm>
          <a:prstGeom prst="rect">
            <a:avLst/>
          </a:prstGeom>
          <a:noFill/>
        </p:spPr>
        <p:txBody>
          <a:bodyPr wrap="square">
            <a:spAutoFit/>
          </a:bodyPr>
          <a:lstStyle/>
          <a:p>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为条带 </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是否违反最小切边宽约束的指示变量</a:t>
            </a:r>
          </a:p>
        </p:txBody>
      </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BAD2BDB6-6650-A008-D61C-BCEBE58BBEA7}"/>
                  </a:ext>
                </a:extLst>
              </p:cNvPr>
              <p:cNvSpPr txBox="1"/>
              <p:nvPr/>
            </p:nvSpPr>
            <p:spPr>
              <a:xfrm>
                <a:off x="754379" y="5780419"/>
                <a:ext cx="6106160" cy="369332"/>
              </a:xfrm>
              <a:prstGeom prst="rect">
                <a:avLst/>
              </a:prstGeom>
              <a:noFill/>
            </p:spPr>
            <p:txBody>
              <a:bodyPr wrap="square">
                <a:spAutoFit/>
              </a:bodyPr>
              <a:lstStyle/>
              <a:p>
                <a14:m>
                  <m:oMath xmlns:m="http://schemas.openxmlformats.org/officeDocument/2006/math">
                    <m:r>
                      <a:rPr lang="en-US" altLang="zh-CN" i="1" dirty="0" smtClean="0">
                        <a:latin typeface="Cambria Math" panose="02040503050406030204" pitchFamily="18" charset="0"/>
                      </a:rPr>
                      <m:t>𝜆</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为较大的正常数，用于强化对不可行方案的惩罚</a:t>
                </a:r>
              </a:p>
            </p:txBody>
          </p:sp>
        </mc:Choice>
        <mc:Fallback xmlns="">
          <p:sp>
            <p:nvSpPr>
              <p:cNvPr id="32" name="文本框 31">
                <a:extLst>
                  <a:ext uri="{FF2B5EF4-FFF2-40B4-BE49-F238E27FC236}">
                    <a16:creationId xmlns:a16="http://schemas.microsoft.com/office/drawing/2014/main" id="{BAD2BDB6-6650-A008-D61C-BCEBE58BBEA7}"/>
                  </a:ext>
                </a:extLst>
              </p:cNvPr>
              <p:cNvSpPr txBox="1">
                <a:spLocks noRot="1" noChangeAspect="1" noMove="1" noResize="1" noEditPoints="1" noAdjustHandles="1" noChangeArrowheads="1" noChangeShapeType="1" noTextEdit="1"/>
              </p:cNvSpPr>
              <p:nvPr/>
            </p:nvSpPr>
            <p:spPr>
              <a:xfrm>
                <a:off x="754379" y="5780419"/>
                <a:ext cx="6106160" cy="369332"/>
              </a:xfrm>
              <a:prstGeom prst="rect">
                <a:avLst/>
              </a:prstGeom>
              <a:blipFill>
                <a:blip r:embed="rId8"/>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41F3360D-92B8-B2BD-3894-8D7BA8049E8B}"/>
                  </a:ext>
                </a:extLst>
              </p:cNvPr>
              <p:cNvSpPr txBox="1"/>
              <p:nvPr/>
            </p:nvSpPr>
            <p:spPr>
              <a:xfrm>
                <a:off x="804696" y="4561563"/>
                <a:ext cx="6105644" cy="369332"/>
              </a:xfrm>
              <a:prstGeom prst="rect">
                <a:avLst/>
              </a:prstGeom>
              <a:noFill/>
            </p:spPr>
            <p:txBody>
              <a:bodyPr wrap="square">
                <a:spAutoFit/>
              </a:bodyPr>
              <a:lstStyle/>
              <a:p>
                <a14:m>
                  <m:oMath xmlns:m="http://schemas.openxmlformats.org/officeDocument/2006/math">
                    <m:r>
                      <a:rPr lang="en-US" altLang="zh-CN" i="1" dirty="0" smtClean="0">
                        <a:latin typeface="Cambria Math" panose="02040503050406030204" pitchFamily="18" charset="0"/>
                      </a:rPr>
                      <m:t>𝐹</m:t>
                    </m:r>
                  </m:oMath>
                </a14:m>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适应度函数值</a:t>
                </a:r>
              </a:p>
            </p:txBody>
          </p:sp>
        </mc:Choice>
        <mc:Fallback xmlns="">
          <p:sp>
            <p:nvSpPr>
              <p:cNvPr id="34" name="文本框 33">
                <a:extLst>
                  <a:ext uri="{FF2B5EF4-FFF2-40B4-BE49-F238E27FC236}">
                    <a16:creationId xmlns:a16="http://schemas.microsoft.com/office/drawing/2014/main" id="{41F3360D-92B8-B2BD-3894-8D7BA8049E8B}"/>
                  </a:ext>
                </a:extLst>
              </p:cNvPr>
              <p:cNvSpPr txBox="1">
                <a:spLocks noRot="1" noChangeAspect="1" noMove="1" noResize="1" noEditPoints="1" noAdjustHandles="1" noChangeArrowheads="1" noChangeShapeType="1" noTextEdit="1"/>
              </p:cNvSpPr>
              <p:nvPr/>
            </p:nvSpPr>
            <p:spPr>
              <a:xfrm>
                <a:off x="804696" y="4561563"/>
                <a:ext cx="6105644" cy="369332"/>
              </a:xfrm>
              <a:prstGeom prst="rect">
                <a:avLst/>
              </a:prstGeom>
              <a:blipFill>
                <a:blip r:embed="rId9"/>
                <a:stretch>
                  <a:fillRect t="-8197"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14FE9AD4-71F7-A1E4-4205-C243B02DEAEA}"/>
                  </a:ext>
                </a:extLst>
              </p:cNvPr>
              <p:cNvSpPr txBox="1"/>
              <p:nvPr/>
            </p:nvSpPr>
            <p:spPr>
              <a:xfrm>
                <a:off x="7837734" y="5407759"/>
                <a:ext cx="3112647" cy="276999"/>
              </a:xfrm>
              <a:prstGeom prst="rect">
                <a:avLst/>
              </a:prstGeom>
              <a:noFill/>
            </p:spPr>
            <p:txBody>
              <a:bodyPr wrap="none" lIns="0" tIns="0" rIns="0" bIns="0" rtlCol="0">
                <a:spAutoFit/>
              </a:bodyPr>
              <a:lstStyle/>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𝑤</m:t>
                        </m:r>
                      </m:e>
                      <m:sub>
                        <m:r>
                          <a:rPr lang="en-US" altLang="zh-CN">
                            <a:latin typeface="Cambria Math" panose="02040503050406030204" pitchFamily="18" charset="0"/>
                            <a:ea typeface="微软雅黑" panose="020B0503020204020204" pitchFamily="34" charset="-122"/>
                          </a:rPr>
                          <m:t>𝑖</m:t>
                        </m:r>
                      </m:sub>
                    </m:sSub>
                    <m:r>
                      <a:rPr lang="zh-CN" altLang="en-US">
                        <a:latin typeface="Cambria Math" panose="02040503050406030204" pitchFamily="18" charset="0"/>
                        <a:ea typeface="微软雅黑" panose="020B0503020204020204" pitchFamily="34" charset="-122"/>
                      </a:rPr>
                      <m:t>：</m:t>
                    </m:r>
                  </m:oMath>
                </a14:m>
                <a:r>
                  <a:rPr lang="zh-CN" altLang="en-US" dirty="0">
                    <a:latin typeface="微软雅黑" panose="020B0503020204020204" pitchFamily="34" charset="-122"/>
                    <a:ea typeface="微软雅黑" panose="020B0503020204020204" pitchFamily="34" charset="-122"/>
                  </a:rPr>
                  <a:t>第 </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条条带的实际占用宽度</a:t>
                </a:r>
              </a:p>
            </p:txBody>
          </p:sp>
        </mc:Choice>
        <mc:Fallback xmlns="">
          <p:sp>
            <p:nvSpPr>
              <p:cNvPr id="35" name="文本框 34">
                <a:extLst>
                  <a:ext uri="{FF2B5EF4-FFF2-40B4-BE49-F238E27FC236}">
                    <a16:creationId xmlns:a16="http://schemas.microsoft.com/office/drawing/2014/main" id="{14FE9AD4-71F7-A1E4-4205-C243B02DEAEA}"/>
                  </a:ext>
                </a:extLst>
              </p:cNvPr>
              <p:cNvSpPr txBox="1">
                <a:spLocks noRot="1" noChangeAspect="1" noMove="1" noResize="1" noEditPoints="1" noAdjustHandles="1" noChangeArrowheads="1" noChangeShapeType="1" noTextEdit="1"/>
              </p:cNvSpPr>
              <p:nvPr/>
            </p:nvSpPr>
            <p:spPr>
              <a:xfrm>
                <a:off x="7837734" y="5407759"/>
                <a:ext cx="3112647" cy="276999"/>
              </a:xfrm>
              <a:prstGeom prst="rect">
                <a:avLst/>
              </a:prstGeom>
              <a:blipFill>
                <a:blip r:embed="rId10"/>
                <a:stretch>
                  <a:fillRect l="-1961" t="-28261" r="-4902"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648761CB-0A65-53EE-E1B7-DF3B3E165CE9}"/>
                  </a:ext>
                </a:extLst>
              </p:cNvPr>
              <p:cNvSpPr txBox="1"/>
              <p:nvPr/>
            </p:nvSpPr>
            <p:spPr>
              <a:xfrm>
                <a:off x="7856751" y="5860241"/>
                <a:ext cx="2738827" cy="276999"/>
              </a:xfrm>
              <a:prstGeom prst="rect">
                <a:avLst/>
              </a:prstGeom>
              <a:noFill/>
            </p:spPr>
            <p:txBody>
              <a:bodyPr wrap="none" lIns="0" tIns="0" rIns="0" bIns="0" rtlCol="0">
                <a:spAutoFit/>
              </a:bodyPr>
              <a:lstStyle/>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𝑙</m:t>
                        </m:r>
                      </m:e>
                      <m:sub>
                        <m:r>
                          <a:rPr lang="en-US" altLang="zh-CN">
                            <a:latin typeface="Cambria Math" panose="02040503050406030204" pitchFamily="18" charset="0"/>
                            <a:ea typeface="微软雅黑" panose="020B0503020204020204" pitchFamily="34" charset="-122"/>
                          </a:rPr>
                          <m:t>𝑖</m:t>
                        </m:r>
                      </m:sub>
                    </m:sSub>
                  </m:oMath>
                </a14:m>
                <a:r>
                  <a:rPr lang="zh-CN" altLang="en-US" dirty="0">
                    <a:latin typeface="微软雅黑" panose="020B0503020204020204" pitchFamily="34" charset="-122"/>
                    <a:ea typeface="微软雅黑" panose="020B0503020204020204" pitchFamily="34" charset="-122"/>
                  </a:rPr>
                  <a:t>第</a:t>
                </a:r>
                <a:r>
                  <a:rPr lang="en-US" altLang="zh-CN" dirty="0">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条条带的实际占用长度</a:t>
                </a:r>
              </a:p>
            </p:txBody>
          </p:sp>
        </mc:Choice>
        <mc:Fallback xmlns="">
          <p:sp>
            <p:nvSpPr>
              <p:cNvPr id="40" name="文本框 39">
                <a:extLst>
                  <a:ext uri="{FF2B5EF4-FFF2-40B4-BE49-F238E27FC236}">
                    <a16:creationId xmlns:a16="http://schemas.microsoft.com/office/drawing/2014/main" id="{648761CB-0A65-53EE-E1B7-DF3B3E165CE9}"/>
                  </a:ext>
                </a:extLst>
              </p:cNvPr>
              <p:cNvSpPr txBox="1">
                <a:spLocks noRot="1" noChangeAspect="1" noMove="1" noResize="1" noEditPoints="1" noAdjustHandles="1" noChangeArrowheads="1" noChangeShapeType="1" noTextEdit="1"/>
              </p:cNvSpPr>
              <p:nvPr/>
            </p:nvSpPr>
            <p:spPr>
              <a:xfrm>
                <a:off x="7856751" y="5860241"/>
                <a:ext cx="2738827" cy="276999"/>
              </a:xfrm>
              <a:prstGeom prst="rect">
                <a:avLst/>
              </a:prstGeom>
              <a:blipFill>
                <a:blip r:embed="rId11"/>
                <a:stretch>
                  <a:fillRect l="-3118" t="-28261" r="-49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1B650E98-8AC3-2F5A-9043-5680CA8130D3}"/>
                  </a:ext>
                </a:extLst>
              </p:cNvPr>
              <p:cNvSpPr txBox="1"/>
              <p:nvPr/>
            </p:nvSpPr>
            <p:spPr>
              <a:xfrm>
                <a:off x="7798518" y="4930895"/>
                <a:ext cx="3301930" cy="276999"/>
              </a:xfrm>
              <a:prstGeom prst="rect">
                <a:avLst/>
              </a:prstGeom>
              <a:noFill/>
            </p:spPr>
            <p:txBody>
              <a:bodyPr wrap="none" lIns="0" tIns="0" rIns="0" bIns="0" rtlCol="0">
                <a:spAutoFit/>
              </a:bodyPr>
              <a:lstStyle/>
              <a:p>
                <a14:m>
                  <m:oMath xmlns:m="http://schemas.openxmlformats.org/officeDocument/2006/math">
                    <m:sSub>
                      <m:sSubPr>
                        <m:ctrlPr>
                          <a:rPr lang="en-US" altLang="zh-CN" i="1">
                            <a:latin typeface="Cambria Math" panose="02040503050406030204" pitchFamily="18" charset="0"/>
                            <a:ea typeface="微软雅黑" panose="020B0503020204020204" pitchFamily="34" charset="-122"/>
                          </a:rPr>
                        </m:ctrlPr>
                      </m:sSubPr>
                      <m:e>
                        <m:r>
                          <a:rPr lang="en-US" altLang="zh-CN">
                            <a:latin typeface="Cambria Math" panose="02040503050406030204" pitchFamily="18" charset="0"/>
                            <a:ea typeface="微软雅黑" panose="020B0503020204020204" pitchFamily="34" charset="-122"/>
                          </a:rPr>
                          <m:t>𝑔</m:t>
                        </m:r>
                      </m:e>
                      <m:sub>
                        <m:r>
                          <m:rPr>
                            <m:sty m:val="p"/>
                          </m:rPr>
                          <a:rPr lang="en-US" altLang="zh-CN">
                            <a:latin typeface="Cambria Math" panose="02040503050406030204" pitchFamily="18" charset="0"/>
                            <a:ea typeface="微软雅黑" panose="020B0503020204020204" pitchFamily="34" charset="-122"/>
                          </a:rPr>
                          <m:t>m</m:t>
                        </m:r>
                        <m:r>
                          <a:rPr lang="en-US" altLang="zh-CN">
                            <a:latin typeface="Cambria Math" panose="02040503050406030204" pitchFamily="18" charset="0"/>
                            <a:ea typeface="微软雅黑" panose="020B0503020204020204" pitchFamily="34" charset="-122"/>
                          </a:rPr>
                          <m:t>𝑖𝑛</m:t>
                        </m:r>
                      </m:sub>
                    </m:sSub>
                  </m:oMath>
                </a14:m>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为工艺允许的最小切边宽度</a:t>
                </a:r>
              </a:p>
            </p:txBody>
          </p:sp>
        </mc:Choice>
        <mc:Fallback xmlns="">
          <p:sp>
            <p:nvSpPr>
              <p:cNvPr id="43" name="文本框 42">
                <a:extLst>
                  <a:ext uri="{FF2B5EF4-FFF2-40B4-BE49-F238E27FC236}">
                    <a16:creationId xmlns:a16="http://schemas.microsoft.com/office/drawing/2014/main" id="{1B650E98-8AC3-2F5A-9043-5680CA8130D3}"/>
                  </a:ext>
                </a:extLst>
              </p:cNvPr>
              <p:cNvSpPr txBox="1">
                <a:spLocks noRot="1" noChangeAspect="1" noMove="1" noResize="1" noEditPoints="1" noAdjustHandles="1" noChangeArrowheads="1" noChangeShapeType="1" noTextEdit="1"/>
              </p:cNvSpPr>
              <p:nvPr/>
            </p:nvSpPr>
            <p:spPr>
              <a:xfrm>
                <a:off x="7798518" y="4930895"/>
                <a:ext cx="3301930" cy="276999"/>
              </a:xfrm>
              <a:prstGeom prst="rect">
                <a:avLst/>
              </a:prstGeom>
              <a:blipFill>
                <a:blip r:embed="rId12"/>
                <a:stretch>
                  <a:fillRect l="-2583" t="-28889" r="-2768" b="-5111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317861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7065ACC-01FE-E1F5-D7BB-24C57C28838E}"/>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A738CA7F-E6EC-3B96-65A7-A62E66BABA60}"/>
              </a:ext>
            </a:extLst>
          </p:cNvPr>
          <p:cNvSpPr>
            <a:spLocks noGrp="1"/>
          </p:cNvSpPr>
          <p:nvPr>
            <p:ph type="sldNum" sz="quarter" idx="15"/>
          </p:nvPr>
        </p:nvSpPr>
        <p:spPr/>
        <p:txBody>
          <a:bodyPr/>
          <a:lstStyle/>
          <a:p>
            <a:fld id="{8D48AAE3-8C0E-48A8-B421-1F15F8D19339}" type="slidenum">
              <a:rPr lang="en-US" smtClean="0"/>
              <a:t>25</a:t>
            </a:fld>
            <a:endParaRPr lang="en-US" dirty="0"/>
          </a:p>
        </p:txBody>
      </p:sp>
      <p:sp>
        <p:nvSpPr>
          <p:cNvPr id="6" name="标题 5">
            <a:extLst>
              <a:ext uri="{FF2B5EF4-FFF2-40B4-BE49-F238E27FC236}">
                <a16:creationId xmlns:a16="http://schemas.microsoft.com/office/drawing/2014/main" id="{AC454546-3A08-126A-14AC-0C9E840D316C}"/>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精英与选择</a:t>
            </a:r>
          </a:p>
        </p:txBody>
      </p:sp>
      <p:sp>
        <p:nvSpPr>
          <p:cNvPr id="7" name="文本占位符 6">
            <a:extLst>
              <a:ext uri="{FF2B5EF4-FFF2-40B4-BE49-F238E27FC236}">
                <a16:creationId xmlns:a16="http://schemas.microsoft.com/office/drawing/2014/main" id="{EDAF3E25-9FD1-F1BF-5B0D-DD23D8252F19}"/>
              </a:ext>
            </a:extLst>
          </p:cNvPr>
          <p:cNvSpPr>
            <a:spLocks noGrp="1"/>
          </p:cNvSpPr>
          <p:nvPr>
            <p:ph type="body" sz="quarter" idx="10"/>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精英保留策略</a:t>
            </a:r>
          </a:p>
        </p:txBody>
      </p:sp>
      <p:pic>
        <p:nvPicPr>
          <p:cNvPr id="9" name="图片 8">
            <a:extLst>
              <a:ext uri="{FF2B5EF4-FFF2-40B4-BE49-F238E27FC236}">
                <a16:creationId xmlns:a16="http://schemas.microsoft.com/office/drawing/2014/main" id="{84CF42AA-9C67-FD3B-3D14-EDBE03398ADE}"/>
              </a:ext>
            </a:extLst>
          </p:cNvPr>
          <p:cNvPicPr>
            <a:picLocks noChangeAspect="1"/>
          </p:cNvPicPr>
          <p:nvPr/>
        </p:nvPicPr>
        <p:blipFill>
          <a:blip r:embed="rId2"/>
          <a:stretch>
            <a:fillRect/>
          </a:stretch>
        </p:blipFill>
        <p:spPr>
          <a:xfrm>
            <a:off x="1959817" y="1570866"/>
            <a:ext cx="7430537" cy="2667372"/>
          </a:xfrm>
          <a:prstGeom prst="rect">
            <a:avLst/>
          </a:prstGeom>
        </p:spPr>
      </p:pic>
      <p:sp>
        <p:nvSpPr>
          <p:cNvPr id="10" name="矩形: 圆角 9">
            <a:extLst>
              <a:ext uri="{FF2B5EF4-FFF2-40B4-BE49-F238E27FC236}">
                <a16:creationId xmlns:a16="http://schemas.microsoft.com/office/drawing/2014/main" id="{39D46218-9E34-BD07-E148-376F2204147E}"/>
              </a:ext>
            </a:extLst>
          </p:cNvPr>
          <p:cNvSpPr/>
          <p:nvPr/>
        </p:nvSpPr>
        <p:spPr>
          <a:xfrm>
            <a:off x="1800225" y="4396656"/>
            <a:ext cx="3180347" cy="695336"/>
          </a:xfrm>
          <a:prstGeom prst="roundRect">
            <a:avLst>
              <a:gd name="adj" fmla="val 9894"/>
            </a:avLst>
          </a:prstGeom>
          <a:solidFill>
            <a:schemeClr val="accent3">
              <a:lumMod val="40000"/>
              <a:lumOff val="60000"/>
            </a:schemeClr>
          </a:solidFill>
          <a:ln>
            <a:solidFill>
              <a:schemeClr val="accent3">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sp>
        <p:nvSpPr>
          <p:cNvPr id="11" name="文本框 10">
            <a:extLst>
              <a:ext uri="{FF2B5EF4-FFF2-40B4-BE49-F238E27FC236}">
                <a16:creationId xmlns:a16="http://schemas.microsoft.com/office/drawing/2014/main" id="{70A7B025-0AB0-5922-E883-0608571880BC}"/>
              </a:ext>
            </a:extLst>
          </p:cNvPr>
          <p:cNvSpPr txBox="1"/>
          <p:nvPr/>
        </p:nvSpPr>
        <p:spPr>
          <a:xfrm>
            <a:off x="2161172" y="4445661"/>
            <a:ext cx="3144253" cy="646331"/>
          </a:xfrm>
          <a:prstGeom prst="rect">
            <a:avLst/>
          </a:prstGeom>
          <a:noFill/>
        </p:spPr>
        <p:txBody>
          <a:bodyPr wrap="square" rtlCol="0">
            <a:spAutoFit/>
          </a:bodyPr>
          <a:lstStyle/>
          <a:p>
            <a:r>
              <a:rPr lang="zh-CN" altLang="en-US" dirty="0"/>
              <a:t>排名 </a:t>
            </a:r>
            <a:r>
              <a:rPr lang="en-US" altLang="zh-CN" dirty="0"/>
              <a:t>#4 ~ #24</a:t>
            </a:r>
            <a:r>
              <a:rPr lang="zh-CN" altLang="en-US" dirty="0"/>
              <a:t>（</a:t>
            </a:r>
            <a:r>
              <a:rPr lang="en-US" altLang="zh-CN" dirty="0"/>
              <a:t>21</a:t>
            </a:r>
            <a:r>
              <a:rPr lang="zh-CN" altLang="en-US" dirty="0"/>
              <a:t>个）</a:t>
            </a:r>
            <a:endParaRPr lang="en-US" altLang="zh-CN" dirty="0"/>
          </a:p>
          <a:p>
            <a:r>
              <a:rPr lang="zh-CN" altLang="en-US" dirty="0"/>
              <a:t>参与选择 → 交叉 → 变异</a:t>
            </a:r>
          </a:p>
        </p:txBody>
      </p:sp>
      <p:cxnSp>
        <p:nvCxnSpPr>
          <p:cNvPr id="13" name="直接箭头连接符 12">
            <a:extLst>
              <a:ext uri="{FF2B5EF4-FFF2-40B4-BE49-F238E27FC236}">
                <a16:creationId xmlns:a16="http://schemas.microsoft.com/office/drawing/2014/main" id="{0621D3FE-DD32-E9F1-515C-3B7E34651FBC}"/>
              </a:ext>
            </a:extLst>
          </p:cNvPr>
          <p:cNvCxnSpPr/>
          <p:nvPr/>
        </p:nvCxnSpPr>
        <p:spPr>
          <a:xfrm>
            <a:off x="4980572" y="4710355"/>
            <a:ext cx="505327" cy="0"/>
          </a:xfrm>
          <a:prstGeom prst="straightConnector1">
            <a:avLst/>
          </a:prstGeom>
          <a:ln w="317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矩形: 圆角 13">
            <a:extLst>
              <a:ext uri="{FF2B5EF4-FFF2-40B4-BE49-F238E27FC236}">
                <a16:creationId xmlns:a16="http://schemas.microsoft.com/office/drawing/2014/main" id="{D3BC6BE1-55B4-3269-BBF2-D58B65B94790}"/>
              </a:ext>
            </a:extLst>
          </p:cNvPr>
          <p:cNvSpPr/>
          <p:nvPr/>
        </p:nvSpPr>
        <p:spPr>
          <a:xfrm>
            <a:off x="5493921" y="4404678"/>
            <a:ext cx="1736558" cy="695336"/>
          </a:xfrm>
          <a:prstGeom prst="roundRect">
            <a:avLst>
              <a:gd name="adj" fmla="val 9894"/>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EEC44C37-C262-942F-AC83-F913904611A1}"/>
              </a:ext>
            </a:extLst>
          </p:cNvPr>
          <p:cNvSpPr txBox="1"/>
          <p:nvPr/>
        </p:nvSpPr>
        <p:spPr>
          <a:xfrm>
            <a:off x="5493920" y="4559658"/>
            <a:ext cx="3144253" cy="369332"/>
          </a:xfrm>
          <a:prstGeom prst="rect">
            <a:avLst/>
          </a:prstGeom>
          <a:noFill/>
        </p:spPr>
        <p:txBody>
          <a:bodyPr wrap="square" rtlCol="0">
            <a:spAutoFit/>
          </a:bodyPr>
          <a:lstStyle/>
          <a:p>
            <a:r>
              <a:rPr lang="zh-CN" altLang="en-US" dirty="0"/>
              <a:t>选择</a:t>
            </a:r>
            <a:r>
              <a:rPr lang="en-US" altLang="zh-CN" dirty="0"/>
              <a:t>/</a:t>
            </a:r>
            <a:r>
              <a:rPr lang="zh-CN" altLang="en-US" dirty="0"/>
              <a:t>交叉</a:t>
            </a:r>
            <a:r>
              <a:rPr lang="en-US" altLang="zh-CN" dirty="0"/>
              <a:t>/</a:t>
            </a:r>
            <a:r>
              <a:rPr lang="zh-CN" altLang="en-US" dirty="0"/>
              <a:t>变异</a:t>
            </a:r>
          </a:p>
        </p:txBody>
      </p:sp>
      <p:cxnSp>
        <p:nvCxnSpPr>
          <p:cNvPr id="16" name="直接箭头连接符 15">
            <a:extLst>
              <a:ext uri="{FF2B5EF4-FFF2-40B4-BE49-F238E27FC236}">
                <a16:creationId xmlns:a16="http://schemas.microsoft.com/office/drawing/2014/main" id="{636F8E57-9F94-EB37-3F70-A179A93B1360}"/>
              </a:ext>
            </a:extLst>
          </p:cNvPr>
          <p:cNvCxnSpPr/>
          <p:nvPr/>
        </p:nvCxnSpPr>
        <p:spPr>
          <a:xfrm>
            <a:off x="7230479" y="4718376"/>
            <a:ext cx="505327" cy="0"/>
          </a:xfrm>
          <a:prstGeom prst="straightConnector1">
            <a:avLst/>
          </a:prstGeom>
          <a:ln w="31750">
            <a:solidFill>
              <a:schemeClr val="accent3">
                <a:lumMod val="40000"/>
                <a:lumOff val="6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矩形: 圆角 16">
            <a:extLst>
              <a:ext uri="{FF2B5EF4-FFF2-40B4-BE49-F238E27FC236}">
                <a16:creationId xmlns:a16="http://schemas.microsoft.com/office/drawing/2014/main" id="{DCF0CC3D-2CC2-ED6F-81D1-BE76824A73A7}"/>
              </a:ext>
            </a:extLst>
          </p:cNvPr>
          <p:cNvSpPr/>
          <p:nvPr/>
        </p:nvSpPr>
        <p:spPr>
          <a:xfrm>
            <a:off x="7763878" y="4404678"/>
            <a:ext cx="1836821" cy="695336"/>
          </a:xfrm>
          <a:prstGeom prst="roundRect">
            <a:avLst>
              <a:gd name="adj" fmla="val 9894"/>
            </a:avLst>
          </a:prstGeom>
          <a:solidFill>
            <a:schemeClr val="accent5">
              <a:lumMod val="40000"/>
              <a:lumOff val="60000"/>
            </a:schemeClr>
          </a:solidFill>
          <a:ln>
            <a:solidFill>
              <a:schemeClr val="accent5">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p>
        </p:txBody>
      </p:sp>
      <p:sp>
        <p:nvSpPr>
          <p:cNvPr id="18" name="文本框 17">
            <a:extLst>
              <a:ext uri="{FF2B5EF4-FFF2-40B4-BE49-F238E27FC236}">
                <a16:creationId xmlns:a16="http://schemas.microsoft.com/office/drawing/2014/main" id="{3199B947-1C21-3913-26DD-74DE008AACDD}"/>
              </a:ext>
            </a:extLst>
          </p:cNvPr>
          <p:cNvSpPr txBox="1"/>
          <p:nvPr/>
        </p:nvSpPr>
        <p:spPr>
          <a:xfrm>
            <a:off x="7799972" y="4453684"/>
            <a:ext cx="1836821" cy="646331"/>
          </a:xfrm>
          <a:prstGeom prst="rect">
            <a:avLst/>
          </a:prstGeom>
          <a:noFill/>
        </p:spPr>
        <p:txBody>
          <a:bodyPr wrap="square" rtlCol="0">
            <a:spAutoFit/>
          </a:bodyPr>
          <a:lstStyle/>
          <a:p>
            <a:r>
              <a:rPr lang="zh-CN" altLang="en-US" dirty="0"/>
              <a:t>新个体 </a:t>
            </a:r>
            <a:r>
              <a:rPr lang="en-US" altLang="zh-CN" dirty="0"/>
              <a:t>#4 ~ #24</a:t>
            </a:r>
          </a:p>
          <a:p>
            <a:r>
              <a:rPr lang="zh-CN" altLang="en-US" dirty="0"/>
              <a:t>由交叉变异产生</a:t>
            </a:r>
          </a:p>
        </p:txBody>
      </p:sp>
      <p:sp>
        <p:nvSpPr>
          <p:cNvPr id="20" name="文本框 19">
            <a:extLst>
              <a:ext uri="{FF2B5EF4-FFF2-40B4-BE49-F238E27FC236}">
                <a16:creationId xmlns:a16="http://schemas.microsoft.com/office/drawing/2014/main" id="{39B7C5E5-7AA5-AB1B-08B2-9886461C8379}"/>
              </a:ext>
            </a:extLst>
          </p:cNvPr>
          <p:cNvSpPr txBox="1"/>
          <p:nvPr/>
        </p:nvSpPr>
        <p:spPr>
          <a:xfrm>
            <a:off x="927684" y="5205988"/>
            <a:ext cx="10336631" cy="1289905"/>
          </a:xfrm>
          <a:prstGeom prst="rect">
            <a:avLst/>
          </a:prstGeom>
          <a:noFill/>
        </p:spPr>
        <p:txBody>
          <a:bodyPr wrap="square">
            <a:spAutoFit/>
          </a:bodyPr>
          <a:lstStyle/>
          <a:p>
            <a:pPr marL="285750" indent="-285750" algn="l">
              <a:lnSpc>
                <a:spcPct val="150000"/>
              </a:lnSpc>
              <a:buFont typeface="Wingdings" panose="05000000000000000000" pitchFamily="2" charset="2"/>
              <a:buChar char="l"/>
            </a:pPr>
            <a:r>
              <a:rPr lang="zh-CN" altLang="en-US" b="0" i="0" dirty="0">
                <a:solidFill>
                  <a:srgbClr val="000000"/>
                </a:solidFill>
                <a:effectLst/>
                <a:latin typeface="微软雅黑" panose="020B0503020204020204" pitchFamily="34" charset="-122"/>
                <a:ea typeface="微软雅黑" panose="020B0503020204020204" pitchFamily="34" charset="-122"/>
              </a:rPr>
              <a:t>保证最优方案不退化：精英个体直接继承，避免优秀解在交叉和变异中被破坏。</a:t>
            </a:r>
          </a:p>
          <a:p>
            <a:pPr marL="285750" indent="-285750" algn="l">
              <a:lnSpc>
                <a:spcPct val="150000"/>
              </a:lnSpc>
              <a:buFont typeface="Wingdings" panose="05000000000000000000" pitchFamily="2" charset="2"/>
              <a:buChar char="l"/>
            </a:pPr>
            <a:r>
              <a:rPr lang="zh-CN" altLang="en-US" b="0" i="0" dirty="0">
                <a:solidFill>
                  <a:srgbClr val="000000"/>
                </a:solidFill>
                <a:effectLst/>
                <a:latin typeface="微软雅黑" panose="020B0503020204020204" pitchFamily="34" charset="-122"/>
                <a:ea typeface="微软雅黑" panose="020B0503020204020204" pitchFamily="34" charset="-122"/>
              </a:rPr>
              <a:t>提高算法稳定性：每一代至少保留当前最好的搜索成果，使进化过程更加平稳。</a:t>
            </a:r>
          </a:p>
          <a:p>
            <a:pPr marL="285750" indent="-285750" algn="l">
              <a:lnSpc>
                <a:spcPct val="150000"/>
              </a:lnSpc>
              <a:buFont typeface="Wingdings" panose="05000000000000000000" pitchFamily="2" charset="2"/>
              <a:buChar char="l"/>
            </a:pPr>
            <a:r>
              <a:rPr lang="zh-CN" altLang="en-US" b="0" i="0" dirty="0">
                <a:solidFill>
                  <a:srgbClr val="000000"/>
                </a:solidFill>
                <a:effectLst/>
                <a:latin typeface="微软雅黑" panose="020B0503020204020204" pitchFamily="34" charset="-122"/>
                <a:ea typeface="微软雅黑" panose="020B0503020204020204" pitchFamily="34" charset="-122"/>
              </a:rPr>
              <a:t>兼顾全局探索能力：非精英个体继续参与选择、交叉和变异，不断产生新解，避免搜索停滞。</a:t>
            </a:r>
          </a:p>
        </p:txBody>
      </p:sp>
    </p:spTree>
    <p:extLst>
      <p:ext uri="{BB962C8B-B14F-4D97-AF65-F5344CB8AC3E}">
        <p14:creationId xmlns:p14="http://schemas.microsoft.com/office/powerpoint/2010/main" val="33020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3F7B5223-4A26-A61E-CF2F-0689AB7B6BB3}"/>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6A600843-A1D9-2EE0-1D32-72FC92103630}"/>
              </a:ext>
            </a:extLst>
          </p:cNvPr>
          <p:cNvSpPr>
            <a:spLocks noGrp="1"/>
          </p:cNvSpPr>
          <p:nvPr>
            <p:ph type="sldNum" sz="quarter" idx="15"/>
          </p:nvPr>
        </p:nvSpPr>
        <p:spPr/>
        <p:txBody>
          <a:bodyPr/>
          <a:lstStyle/>
          <a:p>
            <a:fld id="{8D48AAE3-8C0E-48A8-B421-1F15F8D19339}" type="slidenum">
              <a:rPr lang="en-US" smtClean="0"/>
              <a:t>26</a:t>
            </a:fld>
            <a:endParaRPr lang="en-US" dirty="0"/>
          </a:p>
        </p:txBody>
      </p:sp>
      <p:sp>
        <p:nvSpPr>
          <p:cNvPr id="6" name="标题 5">
            <a:extLst>
              <a:ext uri="{FF2B5EF4-FFF2-40B4-BE49-F238E27FC236}">
                <a16:creationId xmlns:a16="http://schemas.microsoft.com/office/drawing/2014/main" id="{80A87823-DB0A-B32F-DAC7-1FFEC5F6C85C}"/>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精英与选择</a:t>
            </a:r>
          </a:p>
        </p:txBody>
      </p:sp>
      <p:sp>
        <p:nvSpPr>
          <p:cNvPr id="7" name="文本占位符 6">
            <a:extLst>
              <a:ext uri="{FF2B5EF4-FFF2-40B4-BE49-F238E27FC236}">
                <a16:creationId xmlns:a16="http://schemas.microsoft.com/office/drawing/2014/main" id="{8E97A5BD-2605-E0F0-24AE-142CA5998441}"/>
              </a:ext>
            </a:extLst>
          </p:cNvPr>
          <p:cNvSpPr>
            <a:spLocks noGrp="1"/>
          </p:cNvSpPr>
          <p:nvPr>
            <p:ph type="body" sz="quarter" idx="10"/>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锦标赛选择</a:t>
            </a:r>
          </a:p>
        </p:txBody>
      </p:sp>
      <p:sp>
        <p:nvSpPr>
          <p:cNvPr id="9" name="矩形: 圆角 8">
            <a:extLst>
              <a:ext uri="{FF2B5EF4-FFF2-40B4-BE49-F238E27FC236}">
                <a16:creationId xmlns:a16="http://schemas.microsoft.com/office/drawing/2014/main" id="{8E6D7E13-5D2A-396B-BBAC-2C366E9BB76E}"/>
              </a:ext>
            </a:extLst>
          </p:cNvPr>
          <p:cNvSpPr/>
          <p:nvPr/>
        </p:nvSpPr>
        <p:spPr>
          <a:xfrm>
            <a:off x="838200" y="1550736"/>
            <a:ext cx="1708484" cy="541421"/>
          </a:xfrm>
          <a:prstGeom prst="roundRect">
            <a:avLst/>
          </a:prstGeom>
          <a:solidFill>
            <a:schemeClr val="accent4">
              <a:lumMod val="20000"/>
              <a:lumOff val="8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zh-CN" altLang="en-US" dirty="0">
                <a:latin typeface="Times New Roman" panose="02020603050405020304" pitchFamily="18" charset="0"/>
                <a:ea typeface="微软雅黑" panose="020B0503020204020204" pitchFamily="34" charset="-122"/>
              </a:rPr>
              <a:t> 种群（</a:t>
            </a:r>
            <a:r>
              <a:rPr lang="en-US" altLang="zh-CN" dirty="0">
                <a:latin typeface="Times New Roman" panose="02020603050405020304" pitchFamily="18" charset="0"/>
                <a:ea typeface="微软雅黑" panose="020B0503020204020204" pitchFamily="34" charset="-122"/>
              </a:rPr>
              <a:t>24</a:t>
            </a:r>
            <a:r>
              <a:rPr lang="zh-CN" altLang="en-US" dirty="0">
                <a:latin typeface="Times New Roman" panose="02020603050405020304" pitchFamily="18" charset="0"/>
                <a:ea typeface="微软雅黑" panose="020B0503020204020204" pitchFamily="34" charset="-122"/>
              </a:rPr>
              <a:t>个）</a:t>
            </a:r>
          </a:p>
        </p:txBody>
      </p:sp>
      <p:sp>
        <p:nvSpPr>
          <p:cNvPr id="10" name="矩形: 圆角 9">
            <a:extLst>
              <a:ext uri="{FF2B5EF4-FFF2-40B4-BE49-F238E27FC236}">
                <a16:creationId xmlns:a16="http://schemas.microsoft.com/office/drawing/2014/main" id="{3078376B-FDF7-98C7-7541-1327C7EF3E6C}"/>
              </a:ext>
            </a:extLst>
          </p:cNvPr>
          <p:cNvSpPr/>
          <p:nvPr/>
        </p:nvSpPr>
        <p:spPr>
          <a:xfrm>
            <a:off x="838200" y="2292850"/>
            <a:ext cx="4070684" cy="2794616"/>
          </a:xfrm>
          <a:prstGeom prst="roundRect">
            <a:avLst>
              <a:gd name="adj" fmla="val 9894"/>
            </a:avLst>
          </a:prstGeom>
          <a:solidFill>
            <a:schemeClr val="accent4">
              <a:lumMod val="20000"/>
              <a:lumOff val="8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13" name="矩形: 圆角 12">
            <a:extLst>
              <a:ext uri="{FF2B5EF4-FFF2-40B4-BE49-F238E27FC236}">
                <a16:creationId xmlns:a16="http://schemas.microsoft.com/office/drawing/2014/main" id="{0669D008-FD04-FA4F-D04A-4C8022C43117}"/>
              </a:ext>
            </a:extLst>
          </p:cNvPr>
          <p:cNvSpPr/>
          <p:nvPr/>
        </p:nvSpPr>
        <p:spPr>
          <a:xfrm>
            <a:off x="1050758" y="2502494"/>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7600</a:t>
            </a:r>
            <a:endParaRPr lang="zh-CN" altLang="en-US" dirty="0">
              <a:latin typeface="Times New Roman" panose="02020603050405020304" pitchFamily="18" charset="0"/>
              <a:ea typeface="微软雅黑" panose="020B0503020204020204" pitchFamily="34" charset="-122"/>
            </a:endParaRPr>
          </a:p>
        </p:txBody>
      </p:sp>
      <p:sp>
        <p:nvSpPr>
          <p:cNvPr id="14" name="矩形: 圆角 13">
            <a:extLst>
              <a:ext uri="{FF2B5EF4-FFF2-40B4-BE49-F238E27FC236}">
                <a16:creationId xmlns:a16="http://schemas.microsoft.com/office/drawing/2014/main" id="{E8A53DEE-7C2A-BB8D-89D4-FEC9536759CE}"/>
              </a:ext>
            </a:extLst>
          </p:cNvPr>
          <p:cNvSpPr/>
          <p:nvPr/>
        </p:nvSpPr>
        <p:spPr>
          <a:xfrm>
            <a:off x="1981199" y="2507322"/>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9100</a:t>
            </a:r>
            <a:endParaRPr lang="zh-CN" altLang="en-US" dirty="0">
              <a:latin typeface="Times New Roman" panose="02020603050405020304" pitchFamily="18" charset="0"/>
              <a:ea typeface="微软雅黑" panose="020B0503020204020204" pitchFamily="34" charset="-122"/>
            </a:endParaRPr>
          </a:p>
        </p:txBody>
      </p:sp>
      <p:sp>
        <p:nvSpPr>
          <p:cNvPr id="15" name="矩形: 圆角 14">
            <a:extLst>
              <a:ext uri="{FF2B5EF4-FFF2-40B4-BE49-F238E27FC236}">
                <a16:creationId xmlns:a16="http://schemas.microsoft.com/office/drawing/2014/main" id="{82A5315D-C798-AB57-847D-C3B51F19FCCA}"/>
              </a:ext>
            </a:extLst>
          </p:cNvPr>
          <p:cNvSpPr/>
          <p:nvPr/>
        </p:nvSpPr>
        <p:spPr>
          <a:xfrm>
            <a:off x="2907725" y="2529750"/>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5400</a:t>
            </a:r>
            <a:endParaRPr lang="zh-CN" altLang="en-US" dirty="0">
              <a:latin typeface="Times New Roman" panose="02020603050405020304" pitchFamily="18" charset="0"/>
              <a:ea typeface="微软雅黑" panose="020B0503020204020204" pitchFamily="34" charset="-122"/>
            </a:endParaRPr>
          </a:p>
        </p:txBody>
      </p:sp>
      <p:sp>
        <p:nvSpPr>
          <p:cNvPr id="16" name="矩形: 圆角 15">
            <a:extLst>
              <a:ext uri="{FF2B5EF4-FFF2-40B4-BE49-F238E27FC236}">
                <a16:creationId xmlns:a16="http://schemas.microsoft.com/office/drawing/2014/main" id="{1F908DBC-03D6-30C4-5BCB-A811661DF4F0}"/>
              </a:ext>
            </a:extLst>
          </p:cNvPr>
          <p:cNvSpPr/>
          <p:nvPr/>
        </p:nvSpPr>
        <p:spPr>
          <a:xfrm>
            <a:off x="3850196" y="2529750"/>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8800</a:t>
            </a:r>
            <a:endParaRPr lang="zh-CN" altLang="en-US" dirty="0">
              <a:latin typeface="Times New Roman" panose="02020603050405020304" pitchFamily="18" charset="0"/>
              <a:ea typeface="微软雅黑" panose="020B0503020204020204" pitchFamily="34" charset="-122"/>
            </a:endParaRPr>
          </a:p>
        </p:txBody>
      </p:sp>
      <p:sp>
        <p:nvSpPr>
          <p:cNvPr id="17" name="矩形: 圆角 16">
            <a:extLst>
              <a:ext uri="{FF2B5EF4-FFF2-40B4-BE49-F238E27FC236}">
                <a16:creationId xmlns:a16="http://schemas.microsoft.com/office/drawing/2014/main" id="{C0243637-F131-814A-D1F3-C290876F9E0E}"/>
              </a:ext>
            </a:extLst>
          </p:cNvPr>
          <p:cNvSpPr/>
          <p:nvPr/>
        </p:nvSpPr>
        <p:spPr>
          <a:xfrm>
            <a:off x="1050758" y="2502494"/>
            <a:ext cx="729913"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7600</a:t>
            </a:r>
            <a:endParaRPr lang="zh-CN" altLang="en-US" dirty="0">
              <a:latin typeface="Times New Roman" panose="02020603050405020304" pitchFamily="18" charset="0"/>
              <a:ea typeface="微软雅黑" panose="020B0503020204020204" pitchFamily="34" charset="-122"/>
            </a:endParaRPr>
          </a:p>
        </p:txBody>
      </p:sp>
      <p:sp>
        <p:nvSpPr>
          <p:cNvPr id="18" name="矩形: 圆角 17">
            <a:extLst>
              <a:ext uri="{FF2B5EF4-FFF2-40B4-BE49-F238E27FC236}">
                <a16:creationId xmlns:a16="http://schemas.microsoft.com/office/drawing/2014/main" id="{D362239B-54FF-2ABD-9CE3-C6250C0C523A}"/>
              </a:ext>
            </a:extLst>
          </p:cNvPr>
          <p:cNvSpPr/>
          <p:nvPr/>
        </p:nvSpPr>
        <p:spPr>
          <a:xfrm>
            <a:off x="1981199" y="3215817"/>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1130</a:t>
            </a:r>
            <a:endParaRPr lang="zh-CN" altLang="en-US" dirty="0">
              <a:latin typeface="Times New Roman" panose="02020603050405020304" pitchFamily="18" charset="0"/>
              <a:ea typeface="微软雅黑" panose="020B0503020204020204" pitchFamily="34" charset="-122"/>
            </a:endParaRPr>
          </a:p>
        </p:txBody>
      </p:sp>
      <p:sp>
        <p:nvSpPr>
          <p:cNvPr id="19" name="矩形: 圆角 18">
            <a:extLst>
              <a:ext uri="{FF2B5EF4-FFF2-40B4-BE49-F238E27FC236}">
                <a16:creationId xmlns:a16="http://schemas.microsoft.com/office/drawing/2014/main" id="{539DC521-6116-41FB-2FFA-E692AC690F07}"/>
              </a:ext>
            </a:extLst>
          </p:cNvPr>
          <p:cNvSpPr/>
          <p:nvPr/>
        </p:nvSpPr>
        <p:spPr>
          <a:xfrm>
            <a:off x="2931881" y="3215817"/>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4100</a:t>
            </a:r>
            <a:endParaRPr lang="zh-CN" altLang="en-US" dirty="0">
              <a:latin typeface="Times New Roman" panose="02020603050405020304" pitchFamily="18" charset="0"/>
              <a:ea typeface="微软雅黑" panose="020B0503020204020204" pitchFamily="34" charset="-122"/>
            </a:endParaRPr>
          </a:p>
        </p:txBody>
      </p:sp>
      <p:sp>
        <p:nvSpPr>
          <p:cNvPr id="20" name="矩形: 圆角 19">
            <a:extLst>
              <a:ext uri="{FF2B5EF4-FFF2-40B4-BE49-F238E27FC236}">
                <a16:creationId xmlns:a16="http://schemas.microsoft.com/office/drawing/2014/main" id="{1ED6CBF0-A1D5-83DC-1765-72307B1E8EAA}"/>
              </a:ext>
            </a:extLst>
          </p:cNvPr>
          <p:cNvSpPr/>
          <p:nvPr/>
        </p:nvSpPr>
        <p:spPr>
          <a:xfrm>
            <a:off x="3882563" y="3215817"/>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7900</a:t>
            </a:r>
            <a:endParaRPr lang="zh-CN" altLang="en-US" dirty="0">
              <a:latin typeface="Times New Roman" panose="02020603050405020304" pitchFamily="18" charset="0"/>
              <a:ea typeface="微软雅黑" panose="020B0503020204020204" pitchFamily="34" charset="-122"/>
            </a:endParaRPr>
          </a:p>
        </p:txBody>
      </p:sp>
      <p:sp>
        <p:nvSpPr>
          <p:cNvPr id="21" name="矩形: 圆角 20">
            <a:extLst>
              <a:ext uri="{FF2B5EF4-FFF2-40B4-BE49-F238E27FC236}">
                <a16:creationId xmlns:a16="http://schemas.microsoft.com/office/drawing/2014/main" id="{0DF68C23-D961-E9AD-6D40-28919CE4BB00}"/>
              </a:ext>
            </a:extLst>
          </p:cNvPr>
          <p:cNvSpPr/>
          <p:nvPr/>
        </p:nvSpPr>
        <p:spPr>
          <a:xfrm>
            <a:off x="1050758" y="3203490"/>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6200</a:t>
            </a:r>
            <a:endParaRPr lang="zh-CN" altLang="en-US" dirty="0">
              <a:latin typeface="Times New Roman" panose="02020603050405020304" pitchFamily="18" charset="0"/>
              <a:ea typeface="微软雅黑" panose="020B0503020204020204" pitchFamily="34" charset="-122"/>
            </a:endParaRPr>
          </a:p>
        </p:txBody>
      </p:sp>
      <p:sp>
        <p:nvSpPr>
          <p:cNvPr id="22" name="矩形: 圆角 21">
            <a:extLst>
              <a:ext uri="{FF2B5EF4-FFF2-40B4-BE49-F238E27FC236}">
                <a16:creationId xmlns:a16="http://schemas.microsoft.com/office/drawing/2014/main" id="{D22C3D46-865C-FBC4-C0D7-61BBD384A45B}"/>
              </a:ext>
            </a:extLst>
          </p:cNvPr>
          <p:cNvSpPr/>
          <p:nvPr/>
        </p:nvSpPr>
        <p:spPr>
          <a:xfrm>
            <a:off x="1981199" y="3908003"/>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8300</a:t>
            </a:r>
            <a:endParaRPr lang="zh-CN" altLang="en-US" dirty="0">
              <a:latin typeface="Times New Roman" panose="02020603050405020304" pitchFamily="18" charset="0"/>
              <a:ea typeface="微软雅黑" panose="020B0503020204020204" pitchFamily="34" charset="-122"/>
            </a:endParaRPr>
          </a:p>
        </p:txBody>
      </p:sp>
      <p:sp>
        <p:nvSpPr>
          <p:cNvPr id="23" name="矩形: 圆角 22">
            <a:extLst>
              <a:ext uri="{FF2B5EF4-FFF2-40B4-BE49-F238E27FC236}">
                <a16:creationId xmlns:a16="http://schemas.microsoft.com/office/drawing/2014/main" id="{D3F5A225-2455-FA87-F4BD-DF370AD7D70C}"/>
              </a:ext>
            </a:extLst>
          </p:cNvPr>
          <p:cNvSpPr/>
          <p:nvPr/>
        </p:nvSpPr>
        <p:spPr>
          <a:xfrm>
            <a:off x="2931881" y="3908003"/>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6700</a:t>
            </a:r>
            <a:endParaRPr lang="zh-CN" altLang="en-US" dirty="0">
              <a:latin typeface="Times New Roman" panose="02020603050405020304" pitchFamily="18" charset="0"/>
              <a:ea typeface="微软雅黑" panose="020B0503020204020204" pitchFamily="34" charset="-122"/>
            </a:endParaRPr>
          </a:p>
        </p:txBody>
      </p:sp>
      <p:sp>
        <p:nvSpPr>
          <p:cNvPr id="24" name="矩形: 圆角 23">
            <a:extLst>
              <a:ext uri="{FF2B5EF4-FFF2-40B4-BE49-F238E27FC236}">
                <a16:creationId xmlns:a16="http://schemas.microsoft.com/office/drawing/2014/main" id="{F27CAC90-FB2D-8C70-FC4C-66EBE1216DA8}"/>
              </a:ext>
            </a:extLst>
          </p:cNvPr>
          <p:cNvSpPr/>
          <p:nvPr/>
        </p:nvSpPr>
        <p:spPr>
          <a:xfrm>
            <a:off x="3882563" y="3908003"/>
            <a:ext cx="9060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10500</a:t>
            </a:r>
            <a:endParaRPr lang="zh-CN" altLang="en-US" dirty="0">
              <a:latin typeface="Times New Roman" panose="02020603050405020304" pitchFamily="18" charset="0"/>
              <a:ea typeface="微软雅黑" panose="020B0503020204020204" pitchFamily="34" charset="-122"/>
            </a:endParaRPr>
          </a:p>
        </p:txBody>
      </p:sp>
      <p:sp>
        <p:nvSpPr>
          <p:cNvPr id="25" name="矩形: 圆角 24">
            <a:extLst>
              <a:ext uri="{FF2B5EF4-FFF2-40B4-BE49-F238E27FC236}">
                <a16:creationId xmlns:a16="http://schemas.microsoft.com/office/drawing/2014/main" id="{E6F54D6C-A50B-E935-07FD-BD1FF0FA4750}"/>
              </a:ext>
            </a:extLst>
          </p:cNvPr>
          <p:cNvSpPr/>
          <p:nvPr/>
        </p:nvSpPr>
        <p:spPr>
          <a:xfrm>
            <a:off x="1050758" y="3895676"/>
            <a:ext cx="802105" cy="541421"/>
          </a:xfrm>
          <a:prstGeom prst="roundRect">
            <a:avLst/>
          </a:prstGeom>
          <a:solidFill>
            <a:schemeClr val="accent4">
              <a:lumMod val="40000"/>
              <a:lumOff val="60000"/>
            </a:schemeClr>
          </a:solidFill>
          <a:ln>
            <a:solidFill>
              <a:schemeClr val="accent4">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zh-CN" dirty="0">
                <a:latin typeface="Times New Roman" panose="02020603050405020304" pitchFamily="18" charset="0"/>
                <a:ea typeface="微软雅黑" panose="020B0503020204020204" pitchFamily="34" charset="-122"/>
              </a:rPr>
              <a:t>5800</a:t>
            </a:r>
            <a:endParaRPr lang="zh-CN" altLang="en-US" dirty="0">
              <a:latin typeface="Times New Roman" panose="02020603050405020304" pitchFamily="18" charset="0"/>
              <a:ea typeface="微软雅黑" panose="020B0503020204020204" pitchFamily="34" charset="-122"/>
            </a:endParaRPr>
          </a:p>
        </p:txBody>
      </p:sp>
      <p:sp>
        <p:nvSpPr>
          <p:cNvPr id="26" name="文本框 25">
            <a:extLst>
              <a:ext uri="{FF2B5EF4-FFF2-40B4-BE49-F238E27FC236}">
                <a16:creationId xmlns:a16="http://schemas.microsoft.com/office/drawing/2014/main" id="{36752E93-AEB5-5198-29AA-C85F4A8B272B}"/>
              </a:ext>
            </a:extLst>
          </p:cNvPr>
          <p:cNvSpPr txBox="1"/>
          <p:nvPr/>
        </p:nvSpPr>
        <p:spPr>
          <a:xfrm>
            <a:off x="1981199" y="4628941"/>
            <a:ext cx="2490537"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 </a:t>
            </a:r>
            <a:r>
              <a:rPr lang="zh-CN" altLang="en-US" dirty="0">
                <a:latin typeface="Times New Roman" panose="02020603050405020304" pitchFamily="18" charset="0"/>
                <a:ea typeface="微软雅黑" panose="020B0503020204020204" pitchFamily="34" charset="-122"/>
              </a:rPr>
              <a:t>共</a:t>
            </a:r>
            <a:r>
              <a:rPr lang="en-US" altLang="zh-CN" dirty="0">
                <a:latin typeface="Times New Roman" panose="02020603050405020304" pitchFamily="18" charset="0"/>
                <a:ea typeface="微软雅黑" panose="020B0503020204020204" pitchFamily="34" charset="-122"/>
              </a:rPr>
              <a:t>24</a:t>
            </a:r>
            <a:r>
              <a:rPr lang="zh-CN" altLang="en-US" dirty="0">
                <a:latin typeface="Times New Roman" panose="02020603050405020304" pitchFamily="18" charset="0"/>
                <a:ea typeface="微软雅黑" panose="020B0503020204020204" pitchFamily="34" charset="-122"/>
              </a:rPr>
              <a:t>个个体</a:t>
            </a:r>
          </a:p>
        </p:txBody>
      </p:sp>
      <p:cxnSp>
        <p:nvCxnSpPr>
          <p:cNvPr id="28" name="直接箭头连接符 27">
            <a:extLst>
              <a:ext uri="{FF2B5EF4-FFF2-40B4-BE49-F238E27FC236}">
                <a16:creationId xmlns:a16="http://schemas.microsoft.com/office/drawing/2014/main" id="{596AF5BE-E7F5-2012-27B0-F3FA6B973C1E}"/>
              </a:ext>
            </a:extLst>
          </p:cNvPr>
          <p:cNvCxnSpPr>
            <a:cxnSpLocks/>
            <a:stCxn id="10" idx="3"/>
            <a:endCxn id="29" idx="1"/>
          </p:cNvCxnSpPr>
          <p:nvPr/>
        </p:nvCxnSpPr>
        <p:spPr>
          <a:xfrm>
            <a:off x="4908884" y="3690158"/>
            <a:ext cx="1083124" cy="0"/>
          </a:xfrm>
          <a:prstGeom prst="straightConnector1">
            <a:avLst/>
          </a:prstGeom>
          <a:ln w="34925">
            <a:solidFill>
              <a:schemeClr val="accent4">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圆角 28">
            <a:extLst>
              <a:ext uri="{FF2B5EF4-FFF2-40B4-BE49-F238E27FC236}">
                <a16:creationId xmlns:a16="http://schemas.microsoft.com/office/drawing/2014/main" id="{E7CE321F-8CC7-7F3D-F30D-19CF540E3C70}"/>
              </a:ext>
            </a:extLst>
          </p:cNvPr>
          <p:cNvSpPr/>
          <p:nvPr/>
        </p:nvSpPr>
        <p:spPr>
          <a:xfrm>
            <a:off x="5992008" y="2292850"/>
            <a:ext cx="4890570" cy="2794616"/>
          </a:xfrm>
          <a:prstGeom prst="roundRect">
            <a:avLst>
              <a:gd name="adj" fmla="val 9894"/>
            </a:avLst>
          </a:prstGeom>
          <a:solidFill>
            <a:schemeClr val="accent5">
              <a:lumMod val="40000"/>
              <a:lumOff val="60000"/>
            </a:schemeClr>
          </a:solidFill>
          <a:ln>
            <a:solidFill>
              <a:schemeClr val="accent5">
                <a:lumMod val="40000"/>
                <a:lumOff val="6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31" name="矩形: 圆角 30">
            <a:extLst>
              <a:ext uri="{FF2B5EF4-FFF2-40B4-BE49-F238E27FC236}">
                <a16:creationId xmlns:a16="http://schemas.microsoft.com/office/drawing/2014/main" id="{ED15134C-D09C-9A9F-24F1-0499014484B6}"/>
              </a:ext>
            </a:extLst>
          </p:cNvPr>
          <p:cNvSpPr/>
          <p:nvPr/>
        </p:nvSpPr>
        <p:spPr>
          <a:xfrm>
            <a:off x="6306834" y="2409430"/>
            <a:ext cx="1720516" cy="782053"/>
          </a:xfrm>
          <a:prstGeom prst="roundRect">
            <a:avLst/>
          </a:prstGeom>
          <a:solidFill>
            <a:schemeClr val="accent3">
              <a:lumMod val="60000"/>
              <a:lumOff val="40000"/>
            </a:schemeClr>
          </a:solidFill>
          <a:ln>
            <a:solidFill>
              <a:schemeClr val="accent3">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32" name="文本框 31">
            <a:extLst>
              <a:ext uri="{FF2B5EF4-FFF2-40B4-BE49-F238E27FC236}">
                <a16:creationId xmlns:a16="http://schemas.microsoft.com/office/drawing/2014/main" id="{FE91A29D-794B-A355-49D9-33482D48AB33}"/>
              </a:ext>
            </a:extLst>
          </p:cNvPr>
          <p:cNvSpPr txBox="1"/>
          <p:nvPr/>
        </p:nvSpPr>
        <p:spPr>
          <a:xfrm>
            <a:off x="6472990" y="2477290"/>
            <a:ext cx="1648326"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参与者</a:t>
            </a:r>
            <a:r>
              <a:rPr lang="en-US" altLang="zh-CN" dirty="0">
                <a:latin typeface="Times New Roman" panose="02020603050405020304" pitchFamily="18" charset="0"/>
                <a:ea typeface="微软雅黑" panose="020B0503020204020204" pitchFamily="34" charset="-122"/>
              </a:rPr>
              <a:t>1</a:t>
            </a:r>
            <a:endParaRPr lang="zh-CN" altLang="en-US"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Fitness = 7600</a:t>
            </a:r>
            <a:endParaRPr lang="zh-CN" altLang="en-US" dirty="0">
              <a:latin typeface="Times New Roman" panose="02020603050405020304" pitchFamily="18" charset="0"/>
              <a:ea typeface="微软雅黑" panose="020B0503020204020204" pitchFamily="34" charset="-122"/>
            </a:endParaRPr>
          </a:p>
        </p:txBody>
      </p:sp>
      <p:sp>
        <p:nvSpPr>
          <p:cNvPr id="33" name="矩形: 圆角 32">
            <a:extLst>
              <a:ext uri="{FF2B5EF4-FFF2-40B4-BE49-F238E27FC236}">
                <a16:creationId xmlns:a16="http://schemas.microsoft.com/office/drawing/2014/main" id="{44C8F275-5FC3-F605-9AA8-62CEC11AEF92}"/>
              </a:ext>
            </a:extLst>
          </p:cNvPr>
          <p:cNvSpPr/>
          <p:nvPr/>
        </p:nvSpPr>
        <p:spPr>
          <a:xfrm>
            <a:off x="6306834" y="3331193"/>
            <a:ext cx="1720516" cy="782053"/>
          </a:xfrm>
          <a:prstGeom prst="roundRect">
            <a:avLst/>
          </a:prstGeom>
          <a:solidFill>
            <a:schemeClr val="accent6">
              <a:lumMod val="60000"/>
              <a:lumOff val="40000"/>
            </a:schemeClr>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34" name="文本框 33">
            <a:extLst>
              <a:ext uri="{FF2B5EF4-FFF2-40B4-BE49-F238E27FC236}">
                <a16:creationId xmlns:a16="http://schemas.microsoft.com/office/drawing/2014/main" id="{32B0F4DC-0F13-30B0-B7A4-F8017F05E492}"/>
              </a:ext>
            </a:extLst>
          </p:cNvPr>
          <p:cNvSpPr txBox="1"/>
          <p:nvPr/>
        </p:nvSpPr>
        <p:spPr>
          <a:xfrm>
            <a:off x="6472990" y="3399053"/>
            <a:ext cx="1648326"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参与者</a:t>
            </a:r>
            <a:r>
              <a:rPr lang="en-US" altLang="zh-CN" dirty="0">
                <a:latin typeface="Times New Roman" panose="02020603050405020304" pitchFamily="18" charset="0"/>
                <a:ea typeface="微软雅黑" panose="020B0503020204020204" pitchFamily="34" charset="-122"/>
              </a:rPr>
              <a:t>2</a:t>
            </a:r>
            <a:endParaRPr lang="zh-CN" altLang="en-US"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Fitness = 4100</a:t>
            </a:r>
            <a:endParaRPr lang="zh-CN" altLang="en-US" dirty="0">
              <a:latin typeface="Times New Roman" panose="02020603050405020304" pitchFamily="18" charset="0"/>
              <a:ea typeface="微软雅黑" panose="020B0503020204020204" pitchFamily="34" charset="-122"/>
            </a:endParaRPr>
          </a:p>
        </p:txBody>
      </p:sp>
      <p:sp>
        <p:nvSpPr>
          <p:cNvPr id="36" name="矩形: 圆角 35">
            <a:extLst>
              <a:ext uri="{FF2B5EF4-FFF2-40B4-BE49-F238E27FC236}">
                <a16:creationId xmlns:a16="http://schemas.microsoft.com/office/drawing/2014/main" id="{CCE49A99-CDB1-E5E5-AA38-DDA10657869A}"/>
              </a:ext>
            </a:extLst>
          </p:cNvPr>
          <p:cNvSpPr/>
          <p:nvPr/>
        </p:nvSpPr>
        <p:spPr>
          <a:xfrm>
            <a:off x="6306834" y="4249749"/>
            <a:ext cx="1720516" cy="782053"/>
          </a:xfrm>
          <a:prstGeom prst="roundRect">
            <a:avLst/>
          </a:prstGeom>
          <a:solidFill>
            <a:schemeClr val="accent3">
              <a:lumMod val="60000"/>
              <a:lumOff val="40000"/>
            </a:schemeClr>
          </a:solidFill>
          <a:ln>
            <a:solidFill>
              <a:schemeClr val="accent3">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37" name="文本框 36">
            <a:extLst>
              <a:ext uri="{FF2B5EF4-FFF2-40B4-BE49-F238E27FC236}">
                <a16:creationId xmlns:a16="http://schemas.microsoft.com/office/drawing/2014/main" id="{B33F6BB4-428D-0E17-415B-5FC959DA2849}"/>
              </a:ext>
            </a:extLst>
          </p:cNvPr>
          <p:cNvSpPr txBox="1"/>
          <p:nvPr/>
        </p:nvSpPr>
        <p:spPr>
          <a:xfrm>
            <a:off x="6472990" y="4317609"/>
            <a:ext cx="1648326"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参与者</a:t>
            </a:r>
            <a:r>
              <a:rPr lang="en-US" altLang="zh-CN" dirty="0">
                <a:latin typeface="Times New Roman" panose="02020603050405020304" pitchFamily="18" charset="0"/>
                <a:ea typeface="微软雅黑" panose="020B0503020204020204" pitchFamily="34" charset="-122"/>
              </a:rPr>
              <a:t>3</a:t>
            </a:r>
            <a:endParaRPr lang="zh-CN" altLang="en-US"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Fitness = 9100</a:t>
            </a:r>
            <a:endParaRPr lang="zh-CN" altLang="en-US" dirty="0">
              <a:latin typeface="Times New Roman" panose="02020603050405020304" pitchFamily="18" charset="0"/>
              <a:ea typeface="微软雅黑" panose="020B0503020204020204" pitchFamily="34" charset="-122"/>
            </a:endParaRPr>
          </a:p>
        </p:txBody>
      </p:sp>
      <p:cxnSp>
        <p:nvCxnSpPr>
          <p:cNvPr id="39" name="直接箭头连接符 38">
            <a:extLst>
              <a:ext uri="{FF2B5EF4-FFF2-40B4-BE49-F238E27FC236}">
                <a16:creationId xmlns:a16="http://schemas.microsoft.com/office/drawing/2014/main" id="{3BFEC9B0-F951-1C5B-58E7-85A0F08D5F25}"/>
              </a:ext>
            </a:extLst>
          </p:cNvPr>
          <p:cNvCxnSpPr>
            <a:cxnSpLocks/>
            <a:endCxn id="40" idx="1"/>
          </p:cNvCxnSpPr>
          <p:nvPr/>
        </p:nvCxnSpPr>
        <p:spPr>
          <a:xfrm>
            <a:off x="8027350" y="3722219"/>
            <a:ext cx="1008848" cy="1"/>
          </a:xfrm>
          <a:prstGeom prst="straightConnector1">
            <a:avLst/>
          </a:prstGeom>
          <a:ln w="3492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矩形: 圆角 39">
            <a:extLst>
              <a:ext uri="{FF2B5EF4-FFF2-40B4-BE49-F238E27FC236}">
                <a16:creationId xmlns:a16="http://schemas.microsoft.com/office/drawing/2014/main" id="{8162FFC1-1B1D-4221-AE68-6A0C1CD9CFAA}"/>
              </a:ext>
            </a:extLst>
          </p:cNvPr>
          <p:cNvSpPr/>
          <p:nvPr/>
        </p:nvSpPr>
        <p:spPr>
          <a:xfrm>
            <a:off x="9036198" y="3331193"/>
            <a:ext cx="1720516" cy="782053"/>
          </a:xfrm>
          <a:prstGeom prst="roundRect">
            <a:avLst/>
          </a:prstGeom>
          <a:solidFill>
            <a:schemeClr val="accent6">
              <a:lumMod val="60000"/>
              <a:lumOff val="40000"/>
            </a:schemeClr>
          </a:solidFill>
          <a:ln>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dirty="0">
              <a:latin typeface="Times New Roman" panose="02020603050405020304" pitchFamily="18" charset="0"/>
              <a:ea typeface="微软雅黑" panose="020B0503020204020204" pitchFamily="34" charset="-122"/>
            </a:endParaRPr>
          </a:p>
        </p:txBody>
      </p:sp>
      <p:sp>
        <p:nvSpPr>
          <p:cNvPr id="41" name="文本框 40">
            <a:extLst>
              <a:ext uri="{FF2B5EF4-FFF2-40B4-BE49-F238E27FC236}">
                <a16:creationId xmlns:a16="http://schemas.microsoft.com/office/drawing/2014/main" id="{F4E38EB3-1130-8628-935E-B70BB313971F}"/>
              </a:ext>
            </a:extLst>
          </p:cNvPr>
          <p:cNvSpPr txBox="1"/>
          <p:nvPr/>
        </p:nvSpPr>
        <p:spPr>
          <a:xfrm>
            <a:off x="9072293" y="3399053"/>
            <a:ext cx="1648326"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选中父母</a:t>
            </a:r>
          </a:p>
          <a:p>
            <a:r>
              <a:rPr lang="en-US" altLang="zh-CN" dirty="0">
                <a:latin typeface="Times New Roman" panose="02020603050405020304" pitchFamily="18" charset="0"/>
                <a:ea typeface="微软雅黑" panose="020B0503020204020204" pitchFamily="34" charset="-122"/>
              </a:rPr>
              <a:t>Fitness = 4100</a:t>
            </a:r>
            <a:endParaRPr lang="zh-CN" altLang="en-US" dirty="0">
              <a:latin typeface="Times New Roman" panose="02020603050405020304" pitchFamily="18" charset="0"/>
              <a:ea typeface="微软雅黑" panose="020B0503020204020204" pitchFamily="34" charset="-122"/>
            </a:endParaRPr>
          </a:p>
        </p:txBody>
      </p:sp>
      <p:sp>
        <p:nvSpPr>
          <p:cNvPr id="43" name="文本框 42">
            <a:extLst>
              <a:ext uri="{FF2B5EF4-FFF2-40B4-BE49-F238E27FC236}">
                <a16:creationId xmlns:a16="http://schemas.microsoft.com/office/drawing/2014/main" id="{6D9EFD82-C88F-98E1-F892-EBA3D53C2A4D}"/>
              </a:ext>
            </a:extLst>
          </p:cNvPr>
          <p:cNvSpPr txBox="1"/>
          <p:nvPr/>
        </p:nvSpPr>
        <p:spPr>
          <a:xfrm>
            <a:off x="7981594" y="3365048"/>
            <a:ext cx="1172551" cy="369332"/>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取最小值</a:t>
            </a:r>
          </a:p>
        </p:txBody>
      </p:sp>
      <p:sp>
        <p:nvSpPr>
          <p:cNvPr id="44" name="文本框 43">
            <a:extLst>
              <a:ext uri="{FF2B5EF4-FFF2-40B4-BE49-F238E27FC236}">
                <a16:creationId xmlns:a16="http://schemas.microsoft.com/office/drawing/2014/main" id="{7B82B6D2-CCD7-79AE-4AAD-C9563A7D4E81}"/>
              </a:ext>
            </a:extLst>
          </p:cNvPr>
          <p:cNvSpPr txBox="1"/>
          <p:nvPr/>
        </p:nvSpPr>
        <p:spPr>
          <a:xfrm>
            <a:off x="8006822" y="3734960"/>
            <a:ext cx="1994955" cy="369332"/>
          </a:xfrm>
          <a:prstGeom prst="rect">
            <a:avLst/>
          </a:prstGeom>
          <a:noFill/>
        </p:spPr>
        <p:txBody>
          <a:bodyPr wrap="square" rtlCol="0">
            <a:spAutoFit/>
          </a:bodyPr>
          <a:lstStyle/>
          <a:p>
            <a:r>
              <a:rPr lang="en-US" altLang="zh-CN" dirty="0">
                <a:latin typeface="Times New Roman" panose="02020603050405020304" pitchFamily="18" charset="0"/>
                <a:ea typeface="微软雅黑" panose="020B0503020204020204" pitchFamily="34" charset="-122"/>
              </a:rPr>
              <a:t>  (</a:t>
            </a:r>
            <a:r>
              <a:rPr lang="zh-CN" altLang="en-US" dirty="0">
                <a:latin typeface="Times New Roman" panose="02020603050405020304" pitchFamily="18" charset="0"/>
                <a:ea typeface="微软雅黑" panose="020B0503020204020204" pitchFamily="34" charset="-122"/>
              </a:rPr>
              <a:t>最优</a:t>
            </a:r>
            <a:r>
              <a:rPr lang="en-US" altLang="zh-CN" dirty="0">
                <a:latin typeface="Times New Roman" panose="02020603050405020304" pitchFamily="18" charset="0"/>
                <a:ea typeface="微软雅黑" panose="020B0503020204020204" pitchFamily="34" charset="-122"/>
              </a:rPr>
              <a:t>)</a:t>
            </a:r>
            <a:endParaRPr lang="zh-CN" altLang="en-US" dirty="0">
              <a:latin typeface="Times New Roman" panose="02020603050405020304" pitchFamily="18" charset="0"/>
              <a:ea typeface="微软雅黑" panose="020B0503020204020204" pitchFamily="34" charset="-122"/>
            </a:endParaRPr>
          </a:p>
        </p:txBody>
      </p:sp>
      <p:sp>
        <p:nvSpPr>
          <p:cNvPr id="45" name="文本框 44">
            <a:extLst>
              <a:ext uri="{FF2B5EF4-FFF2-40B4-BE49-F238E27FC236}">
                <a16:creationId xmlns:a16="http://schemas.microsoft.com/office/drawing/2014/main" id="{801A6367-7EC8-3179-5117-A63A243575FB}"/>
              </a:ext>
            </a:extLst>
          </p:cNvPr>
          <p:cNvSpPr txBox="1"/>
          <p:nvPr/>
        </p:nvSpPr>
        <p:spPr>
          <a:xfrm>
            <a:off x="4933951" y="3002202"/>
            <a:ext cx="1994955" cy="646331"/>
          </a:xfrm>
          <a:prstGeom prst="rect">
            <a:avLst/>
          </a:prstGeom>
          <a:noFill/>
        </p:spPr>
        <p:txBody>
          <a:bodyPr wrap="square" rtlCol="0">
            <a:spAutoFit/>
          </a:bodyPr>
          <a:lstStyle/>
          <a:p>
            <a:r>
              <a:rPr lang="zh-CN" altLang="en-US" dirty="0">
                <a:latin typeface="Times New Roman" panose="02020603050405020304" pitchFamily="18" charset="0"/>
                <a:ea typeface="微软雅黑" panose="020B0503020204020204" pitchFamily="34" charset="-122"/>
              </a:rPr>
              <a:t>随机抽取</a:t>
            </a:r>
            <a:endParaRPr lang="en-US" altLang="zh-CN" dirty="0">
              <a:latin typeface="Times New Roman" panose="02020603050405020304" pitchFamily="18" charset="0"/>
              <a:ea typeface="微软雅黑" panose="020B0503020204020204" pitchFamily="34" charset="-122"/>
            </a:endParaRPr>
          </a:p>
          <a:p>
            <a:r>
              <a:rPr lang="en-US" altLang="zh-CN" dirty="0">
                <a:latin typeface="Times New Roman" panose="02020603050405020304" pitchFamily="18" charset="0"/>
                <a:ea typeface="微软雅黑" panose="020B0503020204020204" pitchFamily="34" charset="-122"/>
              </a:rPr>
              <a:t>     3</a:t>
            </a:r>
            <a:r>
              <a:rPr lang="zh-CN" altLang="en-US" dirty="0">
                <a:latin typeface="Times New Roman" panose="02020603050405020304" pitchFamily="18" charset="0"/>
                <a:ea typeface="微软雅黑" panose="020B0503020204020204" pitchFamily="34" charset="-122"/>
              </a:rPr>
              <a:t>个</a:t>
            </a:r>
          </a:p>
        </p:txBody>
      </p:sp>
      <p:sp>
        <p:nvSpPr>
          <p:cNvPr id="47" name="文本框 46">
            <a:extLst>
              <a:ext uri="{FF2B5EF4-FFF2-40B4-BE49-F238E27FC236}">
                <a16:creationId xmlns:a16="http://schemas.microsoft.com/office/drawing/2014/main" id="{04875D98-B05A-9FC9-4C94-2DC251CB5E3D}"/>
              </a:ext>
            </a:extLst>
          </p:cNvPr>
          <p:cNvSpPr txBox="1"/>
          <p:nvPr/>
        </p:nvSpPr>
        <p:spPr>
          <a:xfrm>
            <a:off x="2259329" y="5442692"/>
            <a:ext cx="7098632" cy="874407"/>
          </a:xfrm>
          <a:prstGeom prst="rect">
            <a:avLst/>
          </a:prstGeom>
          <a:noFill/>
        </p:spPr>
        <p:txBody>
          <a:bodyPr wrap="square" rtlCol="0">
            <a:spAutoFit/>
          </a:bodyPr>
          <a:lstStyle/>
          <a:p>
            <a:pPr>
              <a:lnSpc>
                <a:spcPct val="150000"/>
              </a:lnSpc>
            </a:pPr>
            <a:r>
              <a:rPr lang="zh-CN" altLang="en-US" dirty="0">
                <a:latin typeface="微软雅黑" panose="020B0503020204020204" pitchFamily="34" charset="-122"/>
                <a:ea typeface="微软雅黑" panose="020B0503020204020204" pitchFamily="34" charset="-122"/>
              </a:rPr>
              <a:t>重复两次，选出父母</a:t>
            </a:r>
            <a:r>
              <a:rPr lang="en-US" altLang="zh-CN" dirty="0">
                <a:latin typeface="微软雅黑" panose="020B0503020204020204" pitchFamily="34" charset="-122"/>
                <a:ea typeface="微软雅黑" panose="020B0503020204020204" pitchFamily="34" charset="-122"/>
              </a:rPr>
              <a:t>A</a:t>
            </a:r>
            <a:r>
              <a:rPr lang="zh-CN" altLang="en-US" dirty="0">
                <a:latin typeface="微软雅黑" panose="020B0503020204020204" pitchFamily="34" charset="-122"/>
                <a:ea typeface="微软雅黑" panose="020B0503020204020204" pitchFamily="34" charset="-122"/>
              </a:rPr>
              <a:t>和父母</a:t>
            </a:r>
            <a:r>
              <a:rPr lang="en-US" altLang="zh-CN" dirty="0">
                <a:latin typeface="微软雅黑" panose="020B0503020204020204" pitchFamily="34" charset="-122"/>
                <a:ea typeface="微软雅黑" panose="020B0503020204020204" pitchFamily="34" charset="-122"/>
              </a:rPr>
              <a:t>B</a:t>
            </a:r>
            <a:r>
              <a:rPr lang="zh-CN" altLang="en-US" dirty="0">
                <a:latin typeface="微软雅黑" panose="020B0503020204020204" pitchFamily="34" charset="-122"/>
                <a:ea typeface="微软雅黑" panose="020B0503020204020204" pitchFamily="34" charset="-122"/>
              </a:rPr>
              <a:t>，进行交叉操作</a:t>
            </a:r>
            <a:endParaRPr lang="en-US" altLang="zh-CN" dirty="0">
              <a:latin typeface="微软雅黑" panose="020B0503020204020204" pitchFamily="34" charset="-122"/>
              <a:ea typeface="微软雅黑" panose="020B0503020204020204" pitchFamily="34" charset="-122"/>
            </a:endParaRPr>
          </a:p>
          <a:p>
            <a:pPr>
              <a:lnSpc>
                <a:spcPct val="150000"/>
              </a:lnSpc>
            </a:pPr>
            <a:r>
              <a:rPr lang="zh-CN" altLang="en-US" b="1" dirty="0">
                <a:latin typeface="微软雅黑" panose="020B0503020204020204" pitchFamily="34" charset="-122"/>
                <a:ea typeface="微软雅黑" panose="020B0503020204020204" pitchFamily="34" charset="-122"/>
              </a:rPr>
              <a:t>优势：</a:t>
            </a:r>
            <a:r>
              <a:rPr lang="zh-CN" altLang="en-US" dirty="0">
                <a:latin typeface="微软雅黑" panose="020B0503020204020204" pitchFamily="34" charset="-122"/>
                <a:ea typeface="微软雅黑" panose="020B0503020204020204" pitchFamily="34" charset="-122"/>
              </a:rPr>
              <a:t>好的个体有更大概率胜出，差的也有小概率入选，保持多样性</a:t>
            </a:r>
          </a:p>
        </p:txBody>
      </p:sp>
    </p:spTree>
    <p:extLst>
      <p:ext uri="{BB962C8B-B14F-4D97-AF65-F5344CB8AC3E}">
        <p14:creationId xmlns:p14="http://schemas.microsoft.com/office/powerpoint/2010/main" val="11879419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890CF754-270F-E10A-566D-47F3E8521B2F}"/>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0B8749BB-783E-2262-1073-FC2A70F3D067}"/>
              </a:ext>
            </a:extLst>
          </p:cNvPr>
          <p:cNvSpPr>
            <a:spLocks noGrp="1"/>
          </p:cNvSpPr>
          <p:nvPr>
            <p:ph type="sldNum" sz="quarter" idx="15"/>
          </p:nvPr>
        </p:nvSpPr>
        <p:spPr/>
        <p:txBody>
          <a:bodyPr/>
          <a:lstStyle/>
          <a:p>
            <a:fld id="{8D48AAE3-8C0E-48A8-B421-1F15F8D19339}" type="slidenum">
              <a:rPr lang="en-US" smtClean="0"/>
              <a:t>27</a:t>
            </a:fld>
            <a:endParaRPr lang="en-US" dirty="0"/>
          </a:p>
        </p:txBody>
      </p:sp>
      <p:sp>
        <p:nvSpPr>
          <p:cNvPr id="6" name="标题 5">
            <a:extLst>
              <a:ext uri="{FF2B5EF4-FFF2-40B4-BE49-F238E27FC236}">
                <a16:creationId xmlns:a16="http://schemas.microsoft.com/office/drawing/2014/main" id="{380CE27C-283B-76EB-97D6-E2D188A3F5E9}"/>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进化操作</a:t>
            </a:r>
          </a:p>
        </p:txBody>
      </p:sp>
      <p:sp>
        <p:nvSpPr>
          <p:cNvPr id="7" name="文本占位符 6">
            <a:extLst>
              <a:ext uri="{FF2B5EF4-FFF2-40B4-BE49-F238E27FC236}">
                <a16:creationId xmlns:a16="http://schemas.microsoft.com/office/drawing/2014/main" id="{16C0785C-823F-B1F0-6CBE-F7BF1052A057}"/>
              </a:ext>
            </a:extLst>
          </p:cNvPr>
          <p:cNvSpPr>
            <a:spLocks noGrp="1"/>
          </p:cNvSpPr>
          <p:nvPr>
            <p:ph type="body" sz="quarter" idx="10"/>
          </p:nvPr>
        </p:nvSpPr>
        <p:spPr/>
        <p:txBody>
          <a:bodyPr/>
          <a:lstStyle/>
          <a:p>
            <a:pPr marL="0" indent="0">
              <a:buNone/>
            </a:pPr>
            <a:r>
              <a:rPr lang="en-US" altLang="zh-CN" dirty="0">
                <a:latin typeface="微软雅黑" panose="020B0503020204020204" pitchFamily="34" charset="-122"/>
                <a:ea typeface="微软雅黑" panose="020B0503020204020204" pitchFamily="34" charset="-122"/>
              </a:rPr>
              <a:t>OX</a:t>
            </a:r>
            <a:r>
              <a:rPr lang="zh-CN" altLang="en-US" dirty="0">
                <a:latin typeface="微软雅黑" panose="020B0503020204020204" pitchFamily="34" charset="-122"/>
                <a:ea typeface="微软雅黑" panose="020B0503020204020204" pitchFamily="34" charset="-122"/>
              </a:rPr>
              <a:t>顺序交叉原理</a:t>
            </a:r>
          </a:p>
        </p:txBody>
      </p:sp>
      <p:pic>
        <p:nvPicPr>
          <p:cNvPr id="1026" name="Picture 2">
            <a:extLst>
              <a:ext uri="{FF2B5EF4-FFF2-40B4-BE49-F238E27FC236}">
                <a16:creationId xmlns:a16="http://schemas.microsoft.com/office/drawing/2014/main" id="{40B41670-C9DC-991A-ED65-BD3F4B2ADE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34335" y="1393406"/>
            <a:ext cx="7980652" cy="5086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8950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16A5D39-79E7-0693-06F0-0C3986219760}"/>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6AF06CFE-E862-D97D-EDA7-C91F2EA827DC}"/>
              </a:ext>
            </a:extLst>
          </p:cNvPr>
          <p:cNvSpPr>
            <a:spLocks noGrp="1"/>
          </p:cNvSpPr>
          <p:nvPr>
            <p:ph type="sldNum" sz="quarter" idx="15"/>
          </p:nvPr>
        </p:nvSpPr>
        <p:spPr/>
        <p:txBody>
          <a:bodyPr/>
          <a:lstStyle/>
          <a:p>
            <a:fld id="{8D48AAE3-8C0E-48A8-B421-1F15F8D19339}" type="slidenum">
              <a:rPr lang="en-US" smtClean="0"/>
              <a:t>28</a:t>
            </a:fld>
            <a:endParaRPr lang="en-US" dirty="0"/>
          </a:p>
        </p:txBody>
      </p:sp>
      <p:sp>
        <p:nvSpPr>
          <p:cNvPr id="6" name="标题 5">
            <a:extLst>
              <a:ext uri="{FF2B5EF4-FFF2-40B4-BE49-F238E27FC236}">
                <a16:creationId xmlns:a16="http://schemas.microsoft.com/office/drawing/2014/main" id="{57BA5E41-D9B2-683B-98F8-C2B4FA5CA770}"/>
              </a:ext>
            </a:extLst>
          </p:cNvPr>
          <p:cNvSpPr>
            <a:spLocks noGrp="1"/>
          </p:cNvSpPr>
          <p:nvPr>
            <p:ph type="title"/>
          </p:nvPr>
        </p:nvSpPr>
        <p:spPr/>
        <p:txBody>
          <a:bodyPr/>
          <a:lstStyle/>
          <a:p>
            <a:r>
              <a:rPr lang="zh-CN" altLang="en-US" b="1" dirty="0">
                <a:latin typeface="微软雅黑" panose="020B0503020204020204" pitchFamily="34" charset="-122"/>
                <a:ea typeface="微软雅黑" panose="020B0503020204020204" pitchFamily="34" charset="-122"/>
              </a:rPr>
              <a:t>进化操作</a:t>
            </a:r>
          </a:p>
        </p:txBody>
      </p:sp>
      <p:sp>
        <p:nvSpPr>
          <p:cNvPr id="7" name="文本占位符 6">
            <a:extLst>
              <a:ext uri="{FF2B5EF4-FFF2-40B4-BE49-F238E27FC236}">
                <a16:creationId xmlns:a16="http://schemas.microsoft.com/office/drawing/2014/main" id="{91E9569F-8FBF-1968-9327-4601B46B48B1}"/>
              </a:ext>
            </a:extLst>
          </p:cNvPr>
          <p:cNvSpPr>
            <a:spLocks noGrp="1"/>
          </p:cNvSpPr>
          <p:nvPr>
            <p:ph type="body" sz="quarter" idx="10"/>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三种变异机制</a:t>
            </a:r>
          </a:p>
        </p:txBody>
      </p:sp>
      <p:pic>
        <p:nvPicPr>
          <p:cNvPr id="11" name="图片 10">
            <a:extLst>
              <a:ext uri="{FF2B5EF4-FFF2-40B4-BE49-F238E27FC236}">
                <a16:creationId xmlns:a16="http://schemas.microsoft.com/office/drawing/2014/main" id="{8FB7C4E8-F46D-CD16-A6C3-C1208A22ABBA}"/>
              </a:ext>
            </a:extLst>
          </p:cNvPr>
          <p:cNvPicPr>
            <a:picLocks noChangeAspect="1"/>
          </p:cNvPicPr>
          <p:nvPr/>
        </p:nvPicPr>
        <p:blipFill>
          <a:blip r:embed="rId3"/>
          <a:stretch>
            <a:fillRect/>
          </a:stretch>
        </p:blipFill>
        <p:spPr>
          <a:xfrm>
            <a:off x="1676317" y="1496002"/>
            <a:ext cx="9343737" cy="4944394"/>
          </a:xfrm>
          <a:prstGeom prst="rect">
            <a:avLst/>
          </a:prstGeom>
        </p:spPr>
      </p:pic>
    </p:spTree>
    <p:extLst>
      <p:ext uri="{BB962C8B-B14F-4D97-AF65-F5344CB8AC3E}">
        <p14:creationId xmlns:p14="http://schemas.microsoft.com/office/powerpoint/2010/main" val="26515472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968F9E6C-1EA1-3D59-8361-A2CAA7C06E35}"/>
              </a:ext>
            </a:extLst>
          </p:cNvPr>
          <p:cNvSpPr>
            <a:spLocks noGrp="1"/>
          </p:cNvSpPr>
          <p:nvPr>
            <p:ph type="dt" sz="half" idx="13"/>
          </p:nvPr>
        </p:nvSpPr>
        <p:spPr/>
        <p:txBody>
          <a:bodyPr/>
          <a:lstStyle/>
          <a:p>
            <a:fld id="{CB34F67D-D907-4554-A25E-CD6F1AB99E36}" type="datetime1">
              <a:rPr lang="en-US" smtClean="0"/>
              <a:t>4/14/2026</a:t>
            </a:fld>
            <a:endParaRPr lang="en-US" dirty="0"/>
          </a:p>
        </p:txBody>
      </p:sp>
      <p:sp>
        <p:nvSpPr>
          <p:cNvPr id="5" name="灯片编号占位符 4">
            <a:extLst>
              <a:ext uri="{FF2B5EF4-FFF2-40B4-BE49-F238E27FC236}">
                <a16:creationId xmlns:a16="http://schemas.microsoft.com/office/drawing/2014/main" id="{25AF9C09-5171-2CCA-D404-10193D5B2477}"/>
              </a:ext>
            </a:extLst>
          </p:cNvPr>
          <p:cNvSpPr>
            <a:spLocks noGrp="1"/>
          </p:cNvSpPr>
          <p:nvPr>
            <p:ph type="sldNum" sz="quarter" idx="15"/>
          </p:nvPr>
        </p:nvSpPr>
        <p:spPr/>
        <p:txBody>
          <a:bodyPr/>
          <a:lstStyle/>
          <a:p>
            <a:fld id="{8D48AAE3-8C0E-48A8-B421-1F15F8D19339}" type="slidenum">
              <a:rPr lang="en-US" smtClean="0"/>
              <a:t>29</a:t>
            </a:fld>
            <a:endParaRPr lang="en-US" dirty="0"/>
          </a:p>
        </p:txBody>
      </p:sp>
      <p:sp>
        <p:nvSpPr>
          <p:cNvPr id="6" name="标题 5">
            <a:extLst>
              <a:ext uri="{FF2B5EF4-FFF2-40B4-BE49-F238E27FC236}">
                <a16:creationId xmlns:a16="http://schemas.microsoft.com/office/drawing/2014/main" id="{95C3CDF9-6D83-222E-6EA6-333519A674AF}"/>
              </a:ext>
            </a:extLst>
          </p:cNvPr>
          <p:cNvSpPr>
            <a:spLocks noGrp="1"/>
          </p:cNvSpPr>
          <p:nvPr>
            <p:ph type="title"/>
          </p:nvPr>
        </p:nvSpPr>
        <p:spPr/>
        <p:txBody>
          <a:bodyPr/>
          <a:lstStyle/>
          <a:p>
            <a:pPr marL="0" indent="0">
              <a:buNone/>
            </a:pPr>
            <a:r>
              <a:rPr lang="zh-CN" altLang="en-US" dirty="0">
                <a:latin typeface="微软雅黑" panose="020B0503020204020204" pitchFamily="34" charset="-122"/>
                <a:ea typeface="微软雅黑" panose="020B0503020204020204" pitchFamily="34" charset="-122"/>
              </a:rPr>
              <a:t>局部搜索流程</a:t>
            </a:r>
          </a:p>
        </p:txBody>
      </p:sp>
      <p:sp>
        <p:nvSpPr>
          <p:cNvPr id="13" name="文本框 12">
            <a:extLst>
              <a:ext uri="{FF2B5EF4-FFF2-40B4-BE49-F238E27FC236}">
                <a16:creationId xmlns:a16="http://schemas.microsoft.com/office/drawing/2014/main" id="{E9C1E04E-E064-0960-DC9C-65C6A0B9A48B}"/>
              </a:ext>
            </a:extLst>
          </p:cNvPr>
          <p:cNvSpPr txBox="1"/>
          <p:nvPr/>
        </p:nvSpPr>
        <p:spPr>
          <a:xfrm>
            <a:off x="5331408" y="1489670"/>
            <a:ext cx="6106026" cy="923330"/>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搜索对象：</a:t>
            </a:r>
            <a:r>
              <a:rPr lang="zh-CN" altLang="en-US" dirty="0">
                <a:latin typeface="微软雅黑" panose="020B0503020204020204" pitchFamily="34" charset="-122"/>
                <a:ea typeface="微软雅黑" panose="020B0503020204020204" pitchFamily="34" charset="-122"/>
              </a:rPr>
              <a:t>仅对当前全局最优个体精修，不处理整个种群</a:t>
            </a:r>
          </a:p>
          <a:p>
            <a:r>
              <a:rPr lang="zh-CN" altLang="en-US" b="1" dirty="0">
                <a:latin typeface="微软雅黑" panose="020B0503020204020204" pitchFamily="34" charset="-122"/>
                <a:ea typeface="微软雅黑" panose="020B0503020204020204" pitchFamily="34" charset="-122"/>
              </a:rPr>
              <a:t>触发频率：</a:t>
            </a:r>
            <a:r>
              <a:rPr lang="zh-CN" altLang="en-US" dirty="0">
                <a:latin typeface="微软雅黑" panose="020B0503020204020204" pitchFamily="34" charset="-122"/>
                <a:ea typeface="微软雅黑" panose="020B0503020204020204" pitchFamily="34" charset="-122"/>
              </a:rPr>
              <a:t>每 30 代执行一次 + 结束前补做 1 轮</a:t>
            </a:r>
          </a:p>
          <a:p>
            <a:r>
              <a:rPr lang="zh-CN" altLang="en-US" b="1" dirty="0">
                <a:latin typeface="微软雅黑" panose="020B0503020204020204" pitchFamily="34" charset="-122"/>
                <a:ea typeface="微软雅黑" panose="020B0503020204020204" pitchFamily="34" charset="-122"/>
              </a:rPr>
              <a:t>接受原则：</a:t>
            </a:r>
            <a:r>
              <a:rPr lang="zh-CN" altLang="en-US" dirty="0">
                <a:latin typeface="微软雅黑" panose="020B0503020204020204" pitchFamily="34" charset="-122"/>
                <a:ea typeface="微软雅黑" panose="020B0503020204020204" pitchFamily="34" charset="-122"/>
              </a:rPr>
              <a:t>只有新方案 fitness 更优时才接受，否则丢弃</a:t>
            </a:r>
          </a:p>
        </p:txBody>
      </p:sp>
      <p:sp>
        <p:nvSpPr>
          <p:cNvPr id="16" name="文本框 15">
            <a:extLst>
              <a:ext uri="{FF2B5EF4-FFF2-40B4-BE49-F238E27FC236}">
                <a16:creationId xmlns:a16="http://schemas.microsoft.com/office/drawing/2014/main" id="{C12CF8DF-C69D-7744-8F81-1F7C34FF2515}"/>
              </a:ext>
            </a:extLst>
          </p:cNvPr>
          <p:cNvSpPr txBox="1"/>
          <p:nvPr/>
        </p:nvSpPr>
        <p:spPr>
          <a:xfrm>
            <a:off x="5331408" y="2626947"/>
            <a:ext cx="6106026" cy="2031325"/>
          </a:xfrm>
          <a:prstGeom prst="rect">
            <a:avLst/>
          </a:prstGeom>
          <a:noFill/>
        </p:spPr>
        <p:txBody>
          <a:bodyPr wrap="square">
            <a:spAutoFit/>
          </a:bodyPr>
          <a:lstStyle/>
          <a:p>
            <a:r>
              <a:rPr lang="zh-CN" altLang="en-US" b="1" dirty="0">
                <a:latin typeface="微软雅黑" panose="020B0503020204020204" pitchFamily="34" charset="-122"/>
                <a:ea typeface="微软雅黑" panose="020B0503020204020204" pitchFamily="34" charset="-122"/>
              </a:rPr>
              <a:t>交换搜索</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随机选两个不同类型的位置，交换它们的板件 若 </a:t>
            </a:r>
            <a:r>
              <a:rPr lang="en-US" altLang="zh-CN" dirty="0">
                <a:latin typeface="微软雅黑" panose="020B0503020204020204" pitchFamily="34" charset="-122"/>
                <a:ea typeface="微软雅黑" panose="020B0503020204020204" pitchFamily="34" charset="-122"/>
              </a:rPr>
              <a:t>fitness </a:t>
            </a:r>
            <a:r>
              <a:rPr lang="zh-CN" altLang="en-US" dirty="0">
                <a:latin typeface="微软雅黑" panose="020B0503020204020204" pitchFamily="34" charset="-122"/>
                <a:ea typeface="微软雅黑" panose="020B0503020204020204" pitchFamily="34" charset="-122"/>
              </a:rPr>
              <a:t>降低则接受，连续尝试 </a:t>
            </a:r>
            <a:r>
              <a:rPr lang="en-US" altLang="zh-CN" dirty="0">
                <a:latin typeface="微软雅黑" panose="020B0503020204020204" pitchFamily="34" charset="-122"/>
                <a:ea typeface="微软雅黑" panose="020B0503020204020204" pitchFamily="34" charset="-122"/>
              </a:rPr>
              <a:t>12 </a:t>
            </a:r>
            <a:r>
              <a:rPr lang="zh-CN" altLang="en-US" dirty="0">
                <a:latin typeface="微软雅黑" panose="020B0503020204020204" pitchFamily="34" charset="-122"/>
                <a:ea typeface="微软雅黑" panose="020B0503020204020204" pitchFamily="34" charset="-122"/>
              </a:rPr>
              <a:t>次</a:t>
            </a:r>
            <a:endParaRPr lang="en-US" altLang="zh-CN" dirty="0">
              <a:latin typeface="微软雅黑" panose="020B0503020204020204" pitchFamily="34" charset="-122"/>
              <a:ea typeface="微软雅黑" panose="020B0503020204020204" pitchFamily="34" charset="-122"/>
            </a:endParaRPr>
          </a:p>
          <a:p>
            <a:endParaRPr lang="en-US" altLang="zh-CN" dirty="0">
              <a:latin typeface="微软雅黑" panose="020B0503020204020204" pitchFamily="34" charset="-122"/>
              <a:ea typeface="微软雅黑" panose="020B0503020204020204" pitchFamily="34" charset="-122"/>
            </a:endParaRPr>
          </a:p>
          <a:p>
            <a:r>
              <a:rPr lang="zh-CN" altLang="en-US" b="1" dirty="0">
                <a:latin typeface="微软雅黑" panose="020B0503020204020204" pitchFamily="34" charset="-122"/>
                <a:ea typeface="微软雅黑" panose="020B0503020204020204" pitchFamily="34" charset="-122"/>
              </a:rPr>
              <a:t>块移动搜索</a:t>
            </a:r>
            <a:endParaRPr lang="en-US" altLang="zh-CN" b="1" dirty="0">
              <a:latin typeface="微软雅黑" panose="020B0503020204020204" pitchFamily="34" charset="-122"/>
              <a:ea typeface="微软雅黑" panose="020B0503020204020204" pitchFamily="34" charset="-122"/>
            </a:endParaRPr>
          </a:p>
          <a:p>
            <a:r>
              <a:rPr lang="zh-CN" altLang="en-US" dirty="0">
                <a:latin typeface="微软雅黑" panose="020B0503020204020204" pitchFamily="34" charset="-122"/>
                <a:ea typeface="微软雅黑" panose="020B0503020204020204" pitchFamily="34" charset="-122"/>
              </a:rPr>
              <a:t>随机抽取一段连续子序列，整体挪到新位置 比 </a:t>
            </a:r>
            <a:r>
              <a:rPr lang="en-US" altLang="zh-CN" dirty="0">
                <a:latin typeface="微软雅黑" panose="020B0503020204020204" pitchFamily="34" charset="-122"/>
                <a:ea typeface="微软雅黑" panose="020B0503020204020204" pitchFamily="34" charset="-122"/>
              </a:rPr>
              <a:t>swap </a:t>
            </a:r>
            <a:r>
              <a:rPr lang="zh-CN" altLang="en-US" dirty="0">
                <a:latin typeface="微软雅黑" panose="020B0503020204020204" pitchFamily="34" charset="-122"/>
                <a:ea typeface="微软雅黑" panose="020B0503020204020204" pitchFamily="34" charset="-122"/>
              </a:rPr>
              <a:t>改动更大，有助于突破更深的局部最优</a:t>
            </a:r>
          </a:p>
        </p:txBody>
      </p:sp>
      <p:sp>
        <p:nvSpPr>
          <p:cNvPr id="18" name="文本框 17">
            <a:extLst>
              <a:ext uri="{FF2B5EF4-FFF2-40B4-BE49-F238E27FC236}">
                <a16:creationId xmlns:a16="http://schemas.microsoft.com/office/drawing/2014/main" id="{B25977BA-023D-E3D8-046B-4633A0D51173}"/>
              </a:ext>
            </a:extLst>
          </p:cNvPr>
          <p:cNvSpPr txBox="1"/>
          <p:nvPr/>
        </p:nvSpPr>
        <p:spPr>
          <a:xfrm>
            <a:off x="5359401" y="5626151"/>
            <a:ext cx="7903908" cy="369332"/>
          </a:xfrm>
          <a:prstGeom prst="rect">
            <a:avLst/>
          </a:prstGeom>
          <a:noFill/>
        </p:spPr>
        <p:txBody>
          <a:bodyPr wrap="square">
            <a:spAutoFit/>
          </a:bodyPr>
          <a:lstStyle/>
          <a:p>
            <a:r>
              <a:rPr lang="zh-CN" altLang="en-US" b="1" dirty="0">
                <a:solidFill>
                  <a:srgbClr val="013D8C"/>
                </a:solidFill>
                <a:latin typeface="微软雅黑" panose="020B0503020204020204" pitchFamily="34" charset="-122"/>
                <a:ea typeface="微软雅黑" panose="020B0503020204020204" pitchFamily="34" charset="-122"/>
              </a:rPr>
              <a:t>以极低的计算代价，弥补交叉变异对局部结构调整不够精细的问题</a:t>
            </a:r>
          </a:p>
        </p:txBody>
      </p:sp>
      <p:pic>
        <p:nvPicPr>
          <p:cNvPr id="2" name="Picture 2">
            <a:extLst>
              <a:ext uri="{FF2B5EF4-FFF2-40B4-BE49-F238E27FC236}">
                <a16:creationId xmlns:a16="http://schemas.microsoft.com/office/drawing/2014/main" id="{6D816D90-5956-7F64-0585-C73CA8C1F3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245" y="862226"/>
            <a:ext cx="4735210" cy="5894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25647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mUyMjY3N2NkNDMxN2IyYjIzMzlhZTJjYmM4YzY1OWQifQ=="/>
  <p:tag name="RESOURCE_RECORD_KEY" val="{&quot;29&quot;:[50053313]}"/>
  <p:tag name="OPCH-049F2D9A84796AB0995738F8501351D57F4AB3DD163553A75CCE015ADC065230" val="[{&quot;GradientColorId&quot;:&quot;&quot;,&quot;IsFree&quot;:true,&quot;IsGradient&quot;:false,&quot;ImagePath&quot;:&quot;&quot;,&quot;GradientColor&quot;:null,&quot;SimpleColor&quot;:&quot;#C5E0B4&quot;}]"/>
</p:tagLst>
</file>

<file path=ppt/tags/tag2.xml><?xml version="1.0" encoding="utf-8"?>
<p:tagLst xmlns:a="http://schemas.openxmlformats.org/drawingml/2006/main" xmlns:r="http://schemas.openxmlformats.org/officeDocument/2006/relationships" xmlns:p="http://schemas.openxmlformats.org/presentationml/2006/main">
  <p:tag name="PA" val="v3.2.0"/>
</p:tagLst>
</file>

<file path=ppt/tags/tag3.xml><?xml version="1.0" encoding="utf-8"?>
<p:tagLst xmlns:a="http://schemas.openxmlformats.org/drawingml/2006/main" xmlns:r="http://schemas.openxmlformats.org/officeDocument/2006/relationships" xmlns:p="http://schemas.openxmlformats.org/presentationml/2006/main">
  <p:tag name="PA" val="v3.2.0"/>
</p:tagLst>
</file>

<file path=ppt/tags/tag4.xml><?xml version="1.0" encoding="utf-8"?>
<p:tagLst xmlns:a="http://schemas.openxmlformats.org/drawingml/2006/main" xmlns:r="http://schemas.openxmlformats.org/officeDocument/2006/relationships" xmlns:p="http://schemas.openxmlformats.org/presentationml/2006/main">
  <p:tag name="PA" val="v3.2.0"/>
</p:tagLst>
</file>

<file path=ppt/tags/tag5.xml><?xml version="1.0" encoding="utf-8"?>
<p:tagLst xmlns:a="http://schemas.openxmlformats.org/drawingml/2006/main" xmlns:r="http://schemas.openxmlformats.org/officeDocument/2006/relationships" xmlns:p="http://schemas.openxmlformats.org/presentationml/2006/main">
  <p:tag name="PA" val="v3.2.0"/>
</p:tagLst>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9C212F"/>
      </a:accent1>
      <a:accent2>
        <a:srgbClr val="F2F2F2"/>
      </a:accent2>
      <a:accent3>
        <a:srgbClr val="A5A5A5"/>
      </a:accent3>
      <a:accent4>
        <a:srgbClr val="FFC000"/>
      </a:accent4>
      <a:accent5>
        <a:srgbClr val="5B9BD5"/>
      </a:accent5>
      <a:accent6>
        <a:srgbClr val="70AD47"/>
      </a:accent6>
      <a:hlink>
        <a:srgbClr val="0563C1"/>
      </a:hlink>
      <a:folHlink>
        <a:srgbClr val="954F72"/>
      </a:folHlink>
    </a:clrScheme>
    <a:fontScheme name="Cal+kai">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0_Office Theme">
  <a:themeElements>
    <a:clrScheme name="Custom 1">
      <a:dk1>
        <a:srgbClr val="000000"/>
      </a:dk1>
      <a:lt1>
        <a:srgbClr val="FFFFFF"/>
      </a:lt1>
      <a:dk2>
        <a:srgbClr val="44546A"/>
      </a:dk2>
      <a:lt2>
        <a:srgbClr val="E7E6E6"/>
      </a:lt2>
      <a:accent1>
        <a:srgbClr val="9C212F"/>
      </a:accent1>
      <a:accent2>
        <a:srgbClr val="F2F2F2"/>
      </a:accent2>
      <a:accent3>
        <a:srgbClr val="A5A5A5"/>
      </a:accent3>
      <a:accent4>
        <a:srgbClr val="FFC000"/>
      </a:accent4>
      <a:accent5>
        <a:srgbClr val="5B9BD5"/>
      </a:accent5>
      <a:accent6>
        <a:srgbClr val="70AD47"/>
      </a:accent6>
      <a:hlink>
        <a:srgbClr val="0563C1"/>
      </a:hlink>
      <a:folHlink>
        <a:srgbClr val="954F72"/>
      </a:folHlink>
    </a:clrScheme>
    <a:fontScheme name="Cal+kai">
      <a:majorFont>
        <a:latin typeface="Calibri"/>
        <a:ea typeface="华文楷体"/>
        <a:cs typeface=""/>
      </a:majorFont>
      <a:minorFont>
        <a:latin typeface="Calibri"/>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
    <a:dk1>
      <a:srgbClr val="000000"/>
    </a:dk1>
    <a:lt1>
      <a:srgbClr val="FFFFFF"/>
    </a:lt1>
    <a:dk2>
      <a:srgbClr val="44546A"/>
    </a:dk2>
    <a:lt2>
      <a:srgbClr val="E7E6E6"/>
    </a:lt2>
    <a:accent1>
      <a:srgbClr val="9C212F"/>
    </a:accent1>
    <a:accent2>
      <a:srgbClr val="F2F2F2"/>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Custom 1">
    <a:dk1>
      <a:srgbClr val="000000"/>
    </a:dk1>
    <a:lt1>
      <a:srgbClr val="FFFFFF"/>
    </a:lt1>
    <a:dk2>
      <a:srgbClr val="44546A"/>
    </a:dk2>
    <a:lt2>
      <a:srgbClr val="E7E6E6"/>
    </a:lt2>
    <a:accent1>
      <a:srgbClr val="9C212F"/>
    </a:accent1>
    <a:accent2>
      <a:srgbClr val="F2F2F2"/>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6016</TotalTime>
  <Words>2700</Words>
  <Application>Microsoft Office PowerPoint</Application>
  <PresentationFormat>宽屏</PresentationFormat>
  <Paragraphs>425</Paragraphs>
  <Slides>29</Slides>
  <Notes>14</Notes>
  <HiddenSlides>0</HiddenSlides>
  <MMClips>0</MMClips>
  <ScaleCrop>false</ScaleCrop>
  <HeadingPairs>
    <vt:vector size="8" baseType="variant">
      <vt:variant>
        <vt:lpstr>已用的字体</vt:lpstr>
      </vt:variant>
      <vt:variant>
        <vt:i4>11</vt:i4>
      </vt:variant>
      <vt:variant>
        <vt:lpstr>主题</vt:lpstr>
      </vt:variant>
      <vt:variant>
        <vt:i4>2</vt:i4>
      </vt:variant>
      <vt:variant>
        <vt:lpstr>嵌入 OLE 服务器</vt:lpstr>
      </vt:variant>
      <vt:variant>
        <vt:i4>1</vt:i4>
      </vt:variant>
      <vt:variant>
        <vt:lpstr>幻灯片标题</vt:lpstr>
      </vt:variant>
      <vt:variant>
        <vt:i4>29</vt:i4>
      </vt:variant>
    </vt:vector>
  </HeadingPairs>
  <TitlesOfParts>
    <vt:vector size="43" baseType="lpstr">
      <vt:lpstr>Segoe WPC</vt:lpstr>
      <vt:lpstr>等线</vt:lpstr>
      <vt:lpstr>汉仪雅酷黑 45W</vt:lpstr>
      <vt:lpstr>楷体</vt:lpstr>
      <vt:lpstr>宋体</vt:lpstr>
      <vt:lpstr>微软雅黑</vt:lpstr>
      <vt:lpstr>Arial</vt:lpstr>
      <vt:lpstr>Calibri</vt:lpstr>
      <vt:lpstr>Cambria Math</vt:lpstr>
      <vt:lpstr>Times New Roman</vt:lpstr>
      <vt:lpstr>Wingdings</vt:lpstr>
      <vt:lpstr>Office Theme</vt:lpstr>
      <vt:lpstr>20_Office Theme</vt:lpstr>
      <vt:lpstr>MathType 7.0 Equation</vt:lpstr>
      <vt:lpstr>面向齐头切工艺的钢板卷材排样优化系统</vt:lpstr>
      <vt:lpstr>项目背景</vt:lpstr>
      <vt:lpstr>问题介绍</vt:lpstr>
      <vt:lpstr>问题建模</vt:lpstr>
      <vt:lpstr>排样优化系统总体框架</vt:lpstr>
      <vt:lpstr>排样优化的编码初始化流程</vt:lpstr>
      <vt:lpstr>染色体编码机制</vt:lpstr>
      <vt:lpstr>染色体解码机制</vt:lpstr>
      <vt:lpstr>染色体解码机制</vt:lpstr>
      <vt:lpstr> </vt:lpstr>
      <vt:lpstr>案例分析</vt:lpstr>
      <vt:lpstr>样例一</vt:lpstr>
      <vt:lpstr>样例一</vt:lpstr>
      <vt:lpstr>样例一</vt:lpstr>
      <vt:lpstr>样例二</vt:lpstr>
      <vt:lpstr>样例二</vt:lpstr>
      <vt:lpstr>样例二</vt:lpstr>
      <vt:lpstr>样例三</vt:lpstr>
      <vt:lpstr>样例三</vt:lpstr>
      <vt:lpstr>样例三</vt:lpstr>
      <vt:lpstr>案例分析</vt:lpstr>
      <vt:lpstr>PowerPoint 演示文稿</vt:lpstr>
      <vt:lpstr>初始化与评估</vt:lpstr>
      <vt:lpstr>初始化与评估</vt:lpstr>
      <vt:lpstr>精英与选择</vt:lpstr>
      <vt:lpstr>精英与选择</vt:lpstr>
      <vt:lpstr>进化操作</vt:lpstr>
      <vt:lpstr>进化操作</vt:lpstr>
      <vt:lpstr>局部搜索流程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 Shaofeng</dc:creator>
  <cp:lastModifiedBy>yiwen huang</cp:lastModifiedBy>
  <cp:revision>586</cp:revision>
  <dcterms:created xsi:type="dcterms:W3CDTF">2022-10-12T04:38:00Z</dcterms:created>
  <dcterms:modified xsi:type="dcterms:W3CDTF">2026-04-14T08:44:27Z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ADBE521D74304725BA8FEEFCE8F13322_13</vt:lpwstr>
  </property>
  <property fmtid="{D5CDD505-2E9C-101B-9397-08002B2CF9AE}" pid="3" name="KSOProductBuildVer">
    <vt:lpwstr>2052-12.1.0.24034</vt:lpwstr>
  </property>
</Properties>
</file>